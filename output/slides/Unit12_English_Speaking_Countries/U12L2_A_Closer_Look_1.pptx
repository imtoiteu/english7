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6858000" cy="4114800"/>
          </a:xfrm>
          <a:prstGeom prst="ellipse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0" y="-1828800"/>
            <a:ext cx="5486400" cy="4572000"/>
          </a:xfrm>
          <a:prstGeom prst="ellipse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UNIT 12  ·  LESSON 2  ·  PERIOD 87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7F1FA"/>
                </a:solidFill>
                <a:latin typeface="Calibri"/>
              </a:rPr>
              <a:t>A CLOSER LOOK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Landmarks and cultural facts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035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E7F1FA"/>
                </a:solidFill>
                <a:latin typeface="Calibri"/>
              </a:rPr>
              <a:t>English 7  ·  Let's start! 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Today we will learn to…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08760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508760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name eight landmarks and say where they 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50592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450592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496312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496312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use superlatives to compare countries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38144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438144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8386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483864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pronounce final consonant clusters correctly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25696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425696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471416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471416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give three facts about a country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Warm-up: Nationality quick-fire  (5')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4206240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149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• Teacher says a country; students say the nationality. Recycles Lesson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852160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1">
                <a:solidFill>
                  <a:srgbClr val="6B7280"/>
                </a:solidFill>
                <a:latin typeface="Calibri"/>
              </a:rPr>
              <a:t>👉 You: Give nationalities.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landmark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/ˈlændmɑːk/   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địa danh nổi tiếng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The Opera House is a famous landmark.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population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/ˌpɒpjuˈleɪʃn/   (n)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dân số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The population is about 26 million.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274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continent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675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/ˈkɒntɪnənt/   (n)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7274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lục địa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3949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Australia is a country and a continent.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desert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/ˈdezət/   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sa mạc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Most of central Australia is desert.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island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/ˈaɪlənd/   (n)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hòn đảo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New Zealand has two main islands.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274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waterfall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675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/ˈwɔːtəfɔːl/   (n)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7274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thác nước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3949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Niagara Falls is on the border.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bridge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/brɪdʒ/   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cây cầu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The Golden Gate Bridge is in San Francisco.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skyscraper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/ˈskaɪskreɪpə/   (n)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tòa nhà chọc trời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New York is full of skyscrapers.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Useful phrases — learn them as one block!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09344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It is located in…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67712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322576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It was built in…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80944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35808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It is the biggest … in the world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94176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49040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It attracts … visitors a year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Grammar: Superlatives for facts (recycled from Unit 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36192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the + -est / the most + adjective, for the number one in a group.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87168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60320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Add the group: the largest country IN THE WORLD, the tallest building IN AUSTRALIA.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11296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84448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Common irregulars: good → the best; bad → the worst; far → the furthest.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35424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608576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'one of the + superlative + plural noun': one of the most visited places in the world.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U12L2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63040"/>
          <a:ext cx="110642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56692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Structure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the + -est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Russia is the largest country in the world.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the most + adj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It is the most visited landmark in Australia.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irregular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It is the best-known bridge in America.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one of the…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Niagara is one of the most famous waterfalls in the world.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Look at the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27632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Sydney Opera House is one of the most photographed buildings in the world.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50592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523744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Canada is the second largest country in the world.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Be careful! A very common mistake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23774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*the most biggest* (never both), *the largest of the world* (→ IN the world), *one of the most famous waterfall* (→ waterfallS).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2E7D32"/>
                </a:solidFill>
                <a:latin typeface="Calibri"/>
              </a:rPr>
              <a:t>👍 Say it like this:  Sydney Opera House is one of the most photographed buildings in the world.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Pronunciation: More final clusters: /sk/, /st/, /ks/, /dʒ/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10332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1B1B1B"/>
                </a:solidFill>
                <a:latin typeface="Calibri"/>
              </a:rPr>
              <a:t>skyscraper begins with /sk/ and 'ask', 'desk' end with it. 'Bridge' ends with /dʒ/. Watch 'landmark' (/nd/ + /m/) and 'island' (silent s!).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80360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926080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/sk/: skyscraper, ask, desk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93592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639312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/st/: tourist, most, west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06824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52544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/dʒ/: bridge, village, large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20056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065776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island /ˈaɪlənd/ — the S is SILENT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Repeat after me — three times each!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2880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The tourist asked about the largest bridge.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88036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Most skyscrapers in the west are on the island.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Listening: Languages and nationalities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182880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You will hear a real recording: countries, nationalities and languages. Two speakers, scripted dialogue, native English. It lasts 1:36.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1: just listen — do not write.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2: write your answers.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3: check with your partner.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57784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ELLLO — Sound Grammar · 1:36 · Two speakers, scripted dialogue, native English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U12.2-L1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once. Choose the best answer.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What is the recording mainly about?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A. joining ideas with but, so and because B. countries, nationalities and languages C. ordering and choosing food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U12.2-L2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again. Write the number of the conversation (1-4) you hear each line 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Me too. I also love Chinese food.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Oh! My favorite team in AC Milan. They play in Italy.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That's cool. Do you have friends from Spain?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Some. I have Japanese friends. I practice with them.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Do you like Japanese food?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U12.2-L3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once more and write the missing word.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Man: What languages do you _____?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Woman: I speak _____ and I study Spanish.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Man: I love movies in _____.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Man: Oh, do you _____ Japanese?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Woman: Yes, they speak _____ very well.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Reading: Australia in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484632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103327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B1B1B"/>
                </a:solidFill>
                <a:latin typeface="Calibri"/>
              </a:rPr>
              <a:t>AREA: 7.7 million square kilometres — about twenty-three times the size of Viet Nam, and the sixth largest country in the world. POPULATION: about 26 million — a quarter of Viet Nam's, in twenty-three times the space. Most Australians live within fifty kilometres of the coast, because the centre is desert. CAPITAL: Canberra. Sydney and Melbourne are both much bigger, and they argued about which should be the capital, so a new city was built between them in 1913. LANGUAGES: English, plus more than a hundred and fifty Aboriginal languages still spoken today, out of about 250 before 1788. ANIMALS: about 80% of Australia's animals are found nowhere else in the world. ONE SURPRISE: Australia is the driest inhabited continent on Earth, but it is also one of the world's largest food exporters.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U12.2-R1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the information.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Area: ______ km² (______ times Viet Nam)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Population: about ______ million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Capital: ______ ; why: ______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Languages: ______ plus ______ Aboriginal languages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Animals: ______ % found nowhere else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U12.2-R2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three superlative sentences from the text.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(size in the world) 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(driest) 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(food exporters) ______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U12.2-G1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the letter.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Sydney Opera House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Niagara Falls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Big Ben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Golden Gate Bridge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Milford Sound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U12.2-G1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the letter.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a. the UK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b. New Zealand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c. Australia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d. the USA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e. Canada / the USA border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U12.2-G2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the superlative.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large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dry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famous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good 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big →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U12.2-G2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the superlative.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6. beautiful →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U12.2-I1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Correct one mistake in each sentence.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Russia is the most biggest country.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It is the largest country of the world.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It is one of the most famous waterfall in the world.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Australia is more bigger than Viet Nam.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It is the goodest place to visit.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U12.2-I2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Do the three-facts game (one false) with a partner.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U12.2-I2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0698480" cy="219456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100584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0" i="0">
                <a:solidFill>
                  <a:srgbClr val="1B1B1B"/>
                </a:solidFill>
                <a:latin typeface="Calibri"/>
              </a:rPr>
              <a:t>Do the three-facts game (one false) with a partner.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U12.2-S1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Describe a landmark without saying its name. Your partner guesses.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Say: which country, what kind of place, one number, why it is famous.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U12.2-S2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Compare Viet Nam with an English-speaking country using three superlatives or comparatives.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Ideas: size, population, weather, food, famous places.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Real-life English: Sharing surprising facts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63040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0876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Did you know that…?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12848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258568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I didn't know that!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62656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08376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Are you serious?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712464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58184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That can't be true!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62272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507992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It is, actually.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Role play — in pairs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256032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Fact exchange: tell your partner three facts, one of which is false. Your partner must find the false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⏱ 2 minutes to prepare  ·  2 minutes to perform  ·  then swap roles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Do not read! Look at your partner.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✍️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U12.2-W1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five superlative sentences.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(Russia / large country / world) 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(Australia / dry inhabited continent) 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(Canada / second large country) ______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(Ha Long Bay / famous place / Viet Nam) 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(one of / photographed buildings / world / Sydney Opera House) ______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Let's remember today's 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7335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8 landmark and geography words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3347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Superlatives with 'in the world'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2044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59359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one of the most + plural noun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8056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5371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final clusters and silent s in 'island'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Homework — write it in your notebook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09344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U12.2-H1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609344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Vocabulary — Complete with landmark, population, continent, desert, island, waterfall.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23744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578608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U12.2-H2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578608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Grammar — Complete with the superlative.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93008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547872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U12.2-H3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547872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Writing — Write 5 facts about an English-speaking country, including two superlatives.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62272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517136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U12.2-H4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517136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Pronunciation — Say these words five times: island (silent s!), skyscraper, tourist, bridge, asked, landmark.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8932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6B7280"/>
                </a:solidFill>
                <a:latin typeface="Calibri"/>
              </a:rPr>
              <a:t>Homework Book, section U12L2   ·   See you next lesson! 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