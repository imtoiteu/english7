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2L2_1_A1-18-Nationalities.mp3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12  ·  LESSON 2  ·  PERIOD 87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Landmarks and cultural 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eight landmarks and say where they 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superlatives to compare countries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final consonant clusters correctly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three facts about a country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Nationality quick-fire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country; students say the nationality. Recycles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Give nationalities.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landmark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/ˈlændmɑːk/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địa danh nổi tiếng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Opera House is a famous landmark.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population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/ˌpɒpjuˈleɪʃn/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dân số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population is about 26 million.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continent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/ˈkɒntɪnənt/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lục địa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Australia is a country and a continent.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desert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/ˈdezət/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sa mạc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Most of central Australia is desert.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island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/ˈaɪlənd/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hòn đảo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New Zealand has two main islands.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waterfall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/ˈwɔːtəfɔːl/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thác nước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Niagara Falls is on the border.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/brɪdʒ/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cây cầu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Golden Gate Bridge is in San Francisco.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skyscraper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/ˈskaɪskreɪpə/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tòa nhà chọc trời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New York is full of skyscrapers.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is located in…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was built in…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is the biggest … in the world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attracts … visitors a year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Superlatives for facts (recycled from Unit 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the + -est / the most + adjective, for the number one in a group.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Add the group: the largest country IN THE WORLD, the tallest building IN AUSTRALIA.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Common irregulars: good → the best; bad → the worst; far → the furthest.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'one of the + superlative + plural noun': one of the most visited places in the world.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 + -est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Russia is the largest country in the world.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 most + adj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is the most visited landmark in Australia.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irregular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is the best-known bridge in America.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one of the…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Niagara is one of the most famous waterfalls in the world.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Sydney Opera House is one of the most photographed buildings in the world.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Canada is the second largest country in the world.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*the most biggest* (never both), *the largest of the world* (→ IN the world), *one of the most famous waterfall* (→ waterfallS).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Sydney Opera House is one of the most photographed buildings in the world.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More final clusters: /sk/, /st/, /ks/, /dʒ/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skyscraper begins with /sk/ and 'ask', 'desk' end with it. 'Bridge' ends with /dʒ/. Watch 'landmark' (/nd/ + /m/) and 'island' (silent s!).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/sk/: skyscraper, ask, desk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/st/: tourist, most, west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/dʒ/: bridge, village, large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island /ˈaɪlənd/ — the S is SILENT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 tourist asked about the largest bridge.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Most skyscrapers in the west are on the island.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Languages and nationalities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countries, nationalities and languages. Two speakers, scripted dialogue, native English. It lasts 1:36.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6247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ELLLO — Sound Grammar · 1:36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joining ideas with but, so and because B. countries, nationalities and languages C. ordering and choosing food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Me too. I also love Chinese food.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Oh! My favorite team in AC Milan. They play in Italy.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That's cool. Do you have friends from Spain?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Some. I have Japanese friends. I practice with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Do you like Japanese food?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What languages do you _____?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 speak _____ and I study Spanish.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I love movies in _____.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Oh, do you _____ Japanese?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Yes, they speak _____ very well.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Australia in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AREA: 7.7 million square kilometres — about twenty-three times the size of Viet Nam, and the sixth largest country in the world. POPULATION: about 26 million — a quarter of Viet Nam's, in twenty-three times the space. Most Australians live within fifty kilometres of the coast, because the centre is desert. CAPITAL: Canberra. Sydney and Melbourne are both much bigger, and they argued about which should be the capital, so a new city was built between them in 1913. LANGUAGES: English, plus more than a hundred and fifty Aboriginal languages still spoken today, out of about 250 before 1788. ANIMALS: about 80% of Australia's animals are found nowhere else in the world. ONE SURPRISE: Australia is the driest inhabited continent on Earth, but it is also one of the world's largest food exporters.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Area: ______ km² (______ times Viet Nam)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Population: about ______ million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Capital: ______ ; why: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Languages: ______ plus ______ Aboriginal languages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Animals: ______ % found nowhere else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superlative sentences from the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(size in the world)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(driest)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(food exporters) ______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Sydney Opera House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Niagara Falls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Big Ben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Golden Gate Bridge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Milford Sound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the 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New Zealand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Australia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the 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Canada / the USA border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superlative.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large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dry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famous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good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big 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superlative.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beautiful →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Russia is the most biggest country.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is the largest country of the world.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is one of the most famous waterfall in the world.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Australia is more bigger than Viet Nam.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is the goodest place to visit.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the three-facts game (one false) with a partner.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the three-facts game (one false) with a partner.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Describe a landmark without saying its name. Your partner guesses.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Say: which country, what kind of place, one number, why it is famous.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Compare Viet Nam with an English-speaking country using three superlatives or comparatives.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Ideas: size, population, weather, food, famous places.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Sharing surprising 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Did you know that…?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didn't know that!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serious?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 can't be true!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is, actually.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Fact exchange: tell your partner three facts, one of which is false. Your partner must find the false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five superlative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(Russia / large country / world)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(Australia / dry inhabited continent)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(Canada / second large country)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(Ha Long Bay / famous place / Viet Nam)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(one of / photographed buildings / world / Sydney Opera House) ______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landmark and geography 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Superlatives with 'in the world'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one of the most + plural noun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final clusters and silent s in 'island'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landmark, population, continent, desert, island, waterfall.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the superlative.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facts about an English-speaking country, including two superlatives.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words five times: island (silent s!), skyscraper, tourist, bridge, asked, landmark.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U12L2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