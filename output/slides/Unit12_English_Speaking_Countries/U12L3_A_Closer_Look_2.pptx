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../audio/FU12L3_1_B1-07-1-Present-Perfect-Experience-Asia.mp3" TargetMode="External"/><Relationship Id="rId3" Type="http://schemas.openxmlformats.org/officeDocument/2006/relationships/hyperlink" Target="../../../audio/FU12L3_2_B1-07-2-Present-Perfect-Experience-Food.mp3" TargetMode="External"/><Relationship Id="rId4" Type="http://schemas.openxmlformats.org/officeDocument/2006/relationships/hyperlink" Target="../../../audio/FU12L3_3_B1-07-3-Present-Perfect-Experience-Movie.mp3" TargetMode="External"/><Relationship Id="rId5" Type="http://schemas.openxmlformats.org/officeDocument/2006/relationships/hyperlink" Target="../../../audio/FU12L3_4_B1-07-4-Present-Perfect-Experience-Cafe.mp3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4389120"/>
            <a:ext cx="6858000" cy="4114800"/>
          </a:xfrm>
          <a:prstGeom prst="ellipse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78240" y="-1828800"/>
            <a:ext cx="5486400" cy="4572000"/>
          </a:xfrm>
          <a:prstGeom prst="ellipse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UNIT 12  ·  LESSON 3  ·  PERIOD 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7F1FA"/>
                </a:solidFill>
                <a:latin typeface="Calibri"/>
              </a:rPr>
              <a:t>A CLOSER LOOK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Present perfect: Have you ever…?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035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E7F1FA"/>
                </a:solidFill>
                <a:latin typeface="Calibri"/>
              </a:rPr>
              <a:t>English 7  ·  Let's start! 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Today we will learn to…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63040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508760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508760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form the present perfect with have/has + past participle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50592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450592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496312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496312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ask and answer 'Have you ever…?' with ever and never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38144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438144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48386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483864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use 'have been to' for experiences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25696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425696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471416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471416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talk about their experiences in a class survey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Warm-up: Irregular verb race  (5')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420624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Teams write past forms of ten verbs; then add the third form (past participle).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852160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1">
                <a:solidFill>
                  <a:srgbClr val="6B7280"/>
                </a:solidFill>
                <a:latin typeface="Calibri"/>
              </a:rPr>
              <a:t>👉 You: Write past forms.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experience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/ɪkˈspɪəriəns/   (n)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trải nghiệm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It was a wonderful experience.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abroad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/əˈbrɔːd/   (adv)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ở nước ngoài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Have you ever been abroad?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foreigner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/ˈfɒrənə/   (n)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người nước ngoài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I talked to a foreigner yesterday.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try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/traɪ/   (v)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thử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Have you ever tried Indian food?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meet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/miːt/   (v)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gặp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I have met people from six countries.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visit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/ˈvɪzɪt/   (v)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thăm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She has visited Australia twice.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Useful phrases — learn them as one block!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5448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60934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Have you ever…?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67712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322576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I have never…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80944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35808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I've been to…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694176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4904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Yes, I have. / No, I haven't.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07408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462272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How many times…?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Grammar: Present perfect with ever and never (introduction)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36192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We use the present perfect to talk about EXPERIENCES in your life up to now. The time is not important — only whether it happened.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87168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60320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Form: have / has + PAST PARTICIPLE (the third form: go–went–GONE, see–saw–SEEN, eat–ate–EATEN). Regular verbs: -ed (visit → visited).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511296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84448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Question with EVER (= at any time in your life): Have you ever eaten sushi?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535424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608576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Negative with NEVER (never = not + ever, so do NOT add 'not'): I have never eaten sushi.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Form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+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have/has + past participle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 have visited Hue. / She has visited Hue.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have/has never…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 have never visited Hue.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Have/Has + subject + ever…?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Have you ever visited Hue?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short answers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Yes, I have. / No, I haven't.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Has she? – Yes, she has.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been to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have been to + place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I've been to Da Nang three times.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with a past 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past simple!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 went to Da Nang last summer.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Look at the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2763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Have you ever met a foreigner? – Yes, I have. I've met two.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450592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523744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She has never been abroad, but she has talked to visitors at her father's shop.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346704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419856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I've seen the sea twice. I saw it for the first time in 2022.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Be careful! A very common mistake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23774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Three big errors: (1) *I have never not been* (never already means not); (2) *I have been to Hanoi last year* (with a past time word use the past simple: I WENT); (3) using the past simple instead: *Did you ever eat sushi?* is possible in American English, but this course teaches 'Have you ever eaten…?'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3891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2E7D32"/>
                </a:solidFill>
                <a:latin typeface="Calibri"/>
              </a:rPr>
              <a:t>👍 Say it like this:  Have you ever met a foreigner? – Yes, I have. I've met two.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Pronunciation: Contractions and the weak 'have'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10332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1B1B1B"/>
                </a:solidFill>
                <a:latin typeface="Calibri"/>
              </a:rPr>
              <a:t>I've /aɪv/, you've /juːv/, we've /wiːv/, they've /ðeɪv/, he's /hiːz/ (= he has). In questions 'have' is weak: /həv juː ˈevə/.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80360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26080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I've been to…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93592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39312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she's visited…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06824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352544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Have you ever…? /həv juː ˈevə/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020056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065776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Yes, I have. (strong) / No, I haven't.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Repeat after me — three times each!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Have you ever been abroad? – No, I haven't.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78892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88036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I've never met an Australian, but I've talked to a Canadian.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Listening: The present perfect: ever and never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182880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You will hear a real recording: places people have been to. Two speakers, scripted dialogue, native English. It lasts 1:23.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2336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1: just listen — do not write.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2: write your answers.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3: check with your partner.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029200"/>
            <a:ext cx="3493008" cy="50292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 w="19050">
            <a:solidFill>
              <a:srgbClr val="1E6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142C4F"/>
                </a:solidFill>
                <a:hlinkClick r:id="rId2"/>
              </a:rPr>
              <a:t>▶ U12L3 part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4256" y="5029200"/>
            <a:ext cx="3493008" cy="50292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 w="19050">
            <a:solidFill>
              <a:srgbClr val="1E6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142C4F"/>
                </a:solidFill>
                <a:hlinkClick r:id="rId3"/>
              </a:rPr>
              <a:t>▶ U12L3 part 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36992" y="5029200"/>
            <a:ext cx="3493008" cy="50292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 w="19050">
            <a:solidFill>
              <a:srgbClr val="1E6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142C4F"/>
                </a:solidFill>
                <a:hlinkClick r:id="rId4"/>
              </a:rPr>
              <a:t>▶ U12L3 part 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586984"/>
            <a:ext cx="3493008" cy="50292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 w="19050">
            <a:solidFill>
              <a:srgbClr val="1E6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142C4F"/>
                </a:solidFill>
                <a:hlinkClick r:id="rId5"/>
              </a:rPr>
              <a:t>▶ U12L3 part 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181344"/>
            <a:ext cx="10698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 i="0">
                <a:solidFill>
                  <a:srgbClr val="6B7280"/>
                </a:solidFill>
                <a:latin typeface="Calibri"/>
              </a:rPr>
              <a:t>ELLLO — Sound Grammar · 1:23 · Two speakers, scripted dialogue, native English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U12.3-L1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once. Choose the best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is the recording mainly about?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places people have been to B. what somebody did yesterday C. what people can and cannot do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U12.3-L2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again. Write the number of the conversation (1-4) you hear each line 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It is! They’ve done a nice job!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I have. I have eaten lots of Japanese food.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No, I haven’t been there yet!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Have you seen the new Star Wars movie?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I’ve eaten sushi, ramen, and yaki-soba.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U12.3-L3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 more and write the missing 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Man: Have you _____ been to Asia?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Woman: I have _____ to Japan, Korea and China.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Man: Have you _____ to Indonesia?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Man: Have you _____ eaten Japanese food?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Woman: I _____ eaten lots of Japanese food.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Reading: Three students, three experiences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484632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54480"/>
            <a:ext cx="103327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1B1B1B"/>
                </a:solidFill>
                <a:latin typeface="Calibri"/>
              </a:rPr>
              <a:t>HOA, 13, Nam Dinh: 'I have never been abroad and I have never met a foreigner in my town. But I have watched about four hundred hours of English videos, and last month I understood a whole film without subtitles for the first time. That was my experience.' DUC, 14, Da Nang: 'I've spoken English to tourists many times, because my mother sells drinks near the beach. I've helped people from Russia, Korea, France and Australia. My grammar is bad, but I have never had a conversation that failed.' LINH, 13, Can Tho: 'I've written to a girl in the Philippines since September. We've sent each other 26 emails. She has never been to Viet Nam and I have never been to her country, but I know what her bedroom looks like and she knows my grandmother's name.' Three different lives — and none of them has been on a plane.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U12.3-R1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Answer the questions.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has Hoa never done? What has she done?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Why has Duc spoken to many tourists?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What does Duc say about his grammar?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How many emails have Linh and her friend sent?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What is the point of the last sentence?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U12.3-R2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Find in the text: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two sentences with 'never'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two sentences with 'have/has + past participle' in the positive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one past simple sentence and say why it is past simple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U12.3-G1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past participle.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be 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go 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see 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eat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meet →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U12.3-G1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past participle.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6. write 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7. visit 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8. try →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U12.3-G2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question and a short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(you / ever / be / abroad?) – 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(she / ever / try / Korean food?) – Yes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(they / ever / meet / a foreigner?) – Yes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(he / ever / write / an email in English?) – No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U12.3-I1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Correct one mistake in each sentence.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I have never not been abroad.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I have been to Hanoi last year.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Have you ever went to Hue?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She have visited Australia.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I have ate sushi twice.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U12.3-I1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Correct one mistake in each sentence.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6. Did you ever been to Da Nang?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U12.3-I2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Do U12.3-S1 and report three results with he/she has…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U12.3-I2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10698480" cy="219456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011680"/>
            <a:ext cx="100584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 i="0">
                <a:solidFill>
                  <a:srgbClr val="1B1B1B"/>
                </a:solidFill>
                <a:latin typeface="Calibri"/>
              </a:rPr>
              <a:t>Do U12.3-S1 and report three results with he/she has…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U12.3-S1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Ask 'Have you ever…?' and find a name for each.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…been to another province.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…spoken English to a foreigner.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…eaten food from another country.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…written an email in English.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…watched a film without subtitles.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U12.3-S1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Ask 'Have you ever…?' and find a name for each.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6. …been on a plane.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U12.3-S2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Choose one 'yes' answer from the survey and ask three follow-up questions in the PAST SIMPLE.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Have you ever been to Hanoi? B: Yes, I have. A: When did you go? B: Last summer. A: What did you do?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Real-life English: Talking about experiences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46304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0876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Have you ever…?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12848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58568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Yes, I have. / No, I haven't.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62656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08376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Really? What was it like?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712464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When did you go?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62272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507992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I've never done that.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21208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25780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I'd love to try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Role play — in pairs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256032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Two students compare experiences; each must ask three 'Have you ever…?' questions and three past simple follow-ups.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634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⏱ 2 minutes to prepare  ·  2 minutes to perform  ·  then swap roles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Do not read! Look at your partner.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U12.3-W1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Complete the sentences.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I ______ (be) to Hanoi three times.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I ______ (go) to Hanoi last summer.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______ you ever ______ (eat) sushi?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She ______ (never / meet) a foreigner.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We ______ (watch) an English film yesterday.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U12.3-W1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Complete the sentences.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6. He ______ (write) six emails since September.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Let's remember today's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7335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have/has + past participle for experiences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6032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ever in questions, never in negatives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2044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59359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been to = went and came back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48056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55371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with a past time word → past simple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Homework — write it in your notebook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09344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U12.3-H1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609344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Grammar — Write the past participle.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523744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578608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U12.3-H2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578608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Grammar — Present perfect or past simple?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93008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547872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U12.3-H3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547872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Writing — Write 5 sentences about your experiences: three with the present perfect and two with the past simple.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62272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17136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U12.3-H4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517136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Pronunciation — Say these five sentences five times with contractions: I've been there. She's visited Hue. We've never met. Have you ever tried it? Y…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8932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</a:rPr>
              <a:t>Homework Book, section U12L3   ·   See you next lesson! 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