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12L3_1_B1-07-1-Present-Perfect-Experience-Asia.mp3" TargetMode="External"/><Relationship Id="rId3" Type="http://schemas.openxmlformats.org/officeDocument/2006/relationships/hyperlink" Target="../../../audio/FU12L3_2_B1-07-2-Present-Perfect-Experience-Food.mp3" TargetMode="External"/><Relationship Id="rId4" Type="http://schemas.openxmlformats.org/officeDocument/2006/relationships/hyperlink" Target="../../../audio/FU12L3_3_B1-07-3-Present-Perfect-Experience-Movie.mp3" TargetMode="External"/><Relationship Id="rId5" Type="http://schemas.openxmlformats.org/officeDocument/2006/relationships/hyperlink" Target="../../../audio/FU12L3_4_B1-07-4-Present-Perfect-Experience-Cafe.mp3" TargetMode="External"/><Relationship Id="rId6" Type="http://schemas.openxmlformats.org/officeDocument/2006/relationships/hyperlink" Target="https://elllo.org/book/B1/B1-07-Present-Perfect-Experience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12  ·  LESSON 3  ·  PERIOD 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A CLOSER LOOK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Present perfect: Have you ever…?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form the present perfect with have/has + past participle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and answer 'Have you ever…?' with ever and never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'have been to' for experiences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talk about their experiences in a class survey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Irregular verb race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Teams write past forms of ten verbs; then add the third form (past participle).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Write past 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/ɪkˈspɪəriəns/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trải nghiệm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It was a wonderful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abroad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/əˈbrɔːd/   (adv)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ở nước ngoài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Have you ever been abroad?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foreigner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/ˈfɒrənə/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người nước ngoài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talked to a foreigner yesterday.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/traɪ/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Have you ever tried Indian food?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/miːt/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gặp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have met people from six countries.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visit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/ˈvɪzɪt/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thăm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She has visited Australia twice.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Have you ever…?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 have never…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I've been to…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Yes, I have. / No, I haven't.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many times…?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Present perfect with ever and never (introduction)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We use the present perfect to talk about EXPERIENCES in your life up to now. The time is not important — only whether it happened.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Form: have / has + PAST PARTICIPLE (the third form: go–went–GONE, see–saw–SEEN, eat–ate–EATEN). Regular verbs: -ed (visit → visited).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Question with EVER (= at any time in your life): Have you ever eaten sushi?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Negative with NEVER (never = not + ever, so do NOT add 'not'): I have never eaten sushi.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have/has + past participle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 have visited Hue. / She has visited Hue.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have/has never…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 have never visited Hue.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Have/Has + subject + ever…?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Have you ever visited Hue?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short answers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Yes, I have. / No, I haven't.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Has she? – Yes, she has.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been to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have been to + place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I've been to Da Nang three times.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with a past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past simple!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 went to Da Nang last summer.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Have you ever met a foreigner? – Yes, I have. I've met two.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She has never been abroad, but she has talked to visitors at her father's shop.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I've seen the sea twice. I saw it for the first time in 2022.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Three big errors: (1) *I have never not been* (never already means not); (2) *I have been to Hanoi last year* (with a past time word use the past simple: I WENT); (3) using the past simple instead: *Did you ever eat sushi?* is possible in American English, but this course teaches 'Have you ever eaten…?'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Have you ever met a foreigner? – Yes, I have. I've met two.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Contractions and the weak 'have'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I've /aɪv/, you've /juːv/, we've /wiːv/, they've /ðeɪv/, he's /hiːz/ (= he has). In questions 'have' is weak: /həv juː ˈevə/.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I've been to…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she's visited…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Have you ever…? /həv juː ˈevə/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Yes, I have. (strong) / No, I haven't.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Have you ever been abroad? – No, I haven't.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I've never met an Australian, but I've talked to a Canadian.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The present perfect: ever and never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places people have been to. Two speakers, scripted dialogue, native English. It lasts 1:23.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698480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82312"/>
            <a:ext cx="3493008" cy="475488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00" b="1">
                <a:solidFill>
                  <a:srgbClr val="142C4F"/>
                </a:solidFill>
                <a:hlinkClick r:id="rId2"/>
              </a:rPr>
              <a:t>▶ U12L3 part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4782312"/>
            <a:ext cx="3493008" cy="475488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00" b="1">
                <a:solidFill>
                  <a:srgbClr val="142C4F"/>
                </a:solidFill>
                <a:hlinkClick r:id="rId3"/>
              </a:rPr>
              <a:t>▶ U12L3 part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4782312"/>
            <a:ext cx="3493008" cy="475488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300" b="1">
                <a:solidFill>
                  <a:srgbClr val="142C4F"/>
                </a:solidFill>
                <a:hlinkClick r:id="rId4"/>
              </a:rPr>
              <a:t>▶ U12L3 part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21808"/>
            <a:ext cx="10698480" cy="475488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500" b="1">
                <a:solidFill>
                  <a:srgbClr val="142C4F"/>
                </a:solidFill>
                <a:hlinkClick r:id="rId5"/>
              </a:rPr>
              <a:t>▶ Play audio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61304"/>
            <a:ext cx="10698480" cy="475488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0E7C66"/>
                </a:solidFill>
                <a:hlinkClick r:id="rId6"/>
              </a:rPr>
              <a:t>🌐 Listen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2823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ELLLO — Sound Grammar · 1:23 · Two speakers, scripted dialogue, native English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places people have been to B. what somebody did yesterday C. what people can and cannot 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the number of the conversation (1-4) you hear each line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It is! They’ve done a nice job!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have. I have eaten lots of Japanese food.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No, I haven’t been there yet!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Have you seen the new Star Wars movie?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I’ve eaten sushi, ramen, and yaki-soba.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Man: Have you _____ been to Asia?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Woman: I have _____ to Japan, Korea and China.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Man: Have you _____ to Indonesia?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Man: Have you _____ eaten Japanese food?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Woman: I _____ eaten lots of Japanese food.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Three students, three experiences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HOA, 13, Nam Dinh: 'I have never been abroad and I have never met a foreigner in my town. But I have watched about four hundred hours of English videos, and last month I understood a whole film without subtitles for the first time. That was my experience.' DUC, 14, Da Nang: 'I've spoken English to tourists many times, because my mother sells drinks near the beach. I've helped people from Russia, Korea, France and Australia. My grammar is bad, but I have never had a conversation that failed.' LINH, 13, Can Tho: 'I've written to a girl in the Philippines since September. We've sent each other 26 emails. She has never been to Viet Nam and I have never been to her country, but I know what her bedroom looks like and she knows my grandmother's name.' Three different lives — and none of them has been on a plane.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has Hoa never done? What has she done?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Why has Duc spoken to many tourists?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does Duc say about his grammar?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How many emails have Linh and her friend sent?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What is the point of the last sentence?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in the text: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two sentences with 'never'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two sentences with 'have/has + past participle' in the positive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one past simple sentence and say why it is past simple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past participle.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be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go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see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eat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meet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past participle.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write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7. visit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8. try 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question and a short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(you / ever / be / abroad?) –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(she / ever / try / Korean food?) –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(they / ever / meet / a foreigner?) –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(he / ever / write / an email in English?) – No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have never not been abroad.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have been to Hanoi last year.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Have you ever went to Hue?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She have visited Australia.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have ate sushi twice.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Correct one mistake in each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Did you ever been to Da Nang?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U12.3-S1 and report three results with he/she has…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U12.3-S1 and report three results with he/she has…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'Have you ever…?' and find a name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…been to another province.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…spoken English to a foreigner.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…eaten food from another country.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…written an email in English.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…watched a film without subtitles.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'Have you ever…?' and find a name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…been on a plane.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Choose one 'yes' answer from the survey and ask three follow-up questions in the PAST SIMPLE.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Have you ever been to Hanoi? B: Yes, I have. A: When did you go? B: Last summer. A: What did you do?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Real-life English: Talking about experiences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Have you ever…?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Yes, I have. / No, I haven't.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Really? What was it like?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When did you go?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I've never done that.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I'd love to try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Two students compare experiences; each must ask three 'Have you ever…?' questions and three past simple follow-ups.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______ (be) to Hanoi three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______ (go) to Hanoi last summer.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______ you ever ______ (eat) sushi?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She ______ (never / meet) a foreigner.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We ______ (watch) an English film yesterday.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U12.3-W1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6. He ______ (write) six emails since September.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have/has + past participle for experiences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ever in questions, never in negatives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been to = went and came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5371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with a past time word → past simple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U12L3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U12.3-H1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the past participle.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U12.3-H2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Present perfect or past simple?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U12.3-H3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5 sentences about your experiences: three with the present perfect and two with the past simple.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U12.3-H4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Pronunciation — Say these five sentences five times with contractions: I've been there. She's visited Hue. We've never met. Have you ever tried it? Y…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U12L3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