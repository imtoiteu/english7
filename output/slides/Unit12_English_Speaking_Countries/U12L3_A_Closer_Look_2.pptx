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3  ·  PERIOD 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Present perfect: Have you ever…?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form the present perfect with have/has + past participle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'Have you ever…?' with ever and never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'have been to' for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their experiences in a class survey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past forms of ten verbs; then add the third form (past participle).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/ɪkˈspɪəriəns/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trải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was a wonderful experience.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abroad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/əˈbrɔːd/   (adv)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ở nước ngoài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been abroad?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foreigner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/ˈfɒrənə/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nước ngoài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talked to a foreigner yesterday.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/traɪ/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tried Indian food?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met people from six countries.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/ˈvɪzɪt/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thăm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visited Australia twice.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never…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I've been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I have. / No, I haven't.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times…?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perfect with ever and never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perfect to talk about EXPERIENCES in your life up to now. The time is not important — only whether it happened.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Form: have / has + PAST PARTICIPLE (the third form: go–went–GONE, see–saw–SEEN, eat–ate–EATEN). Regular verbs: -ed (visit → visited).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 with EVER (= at any time in your life): Have you ever eaten sushi?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 with NEVER (never = not + ever, so do NOT add 'not'): I have never eaten sushi.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past participle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visited Hue. / She has visited Hue.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never…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visited Hue.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subject + ever…?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you ever visited Hue?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short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 have. / No, I haven't.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Has she? – Yes, she has.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been to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been to + place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I've been to Da Nang three times.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with a past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went to Da Nang last summer.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Have you ever met a foreigner? – Yes, I have. I've met two.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She has never been abroad, but she has talked to visitors at her father's shop.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I've seen the sea twice. I saw it for the first time in 2022.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big errors: (1) *I have never not been* (never already means not); (2) *I have been to Hanoi last year* (with a past time word use the past simple: I WENT); (3) using the past simple instead: *Did you ever eat sushi?* is possible in American English, but this course teaches 'Have you ever eaten…?'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Have you ever met a foreigner? – Yes, I have. I've met two.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the weak 'have'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I've /aɪv/, you've /juːv/, we've /wiːv/, they've /ðeɪv/, he's /hiːz/ (= he has). In questions 'have' is weak: /həv juː ˈevə/.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I've been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she's visited…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Have you ever…? /həv juː ˈevə/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I have. (strong) / No, I haven't.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Have you ever been abroad? – No, I haven't.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I've never met an Australian, but I've talked to a Canadian.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perfect: ever and never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places people have been to. Two speakers, scripted dialogue, native English. It lasts 1:23.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1:23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places people have been to B. what somebody did yesterday C. what people can and cannot 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is! They’ve done a nice job!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have. I have eaten lots of Japanese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I haven’t been there yet!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Have you seen the new Star Wars movie?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I’ve eaten sushi, ramen, and yaki-soba.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Have you _____ been to Asia?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 to Japan, Korea and China.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Have you _____ to Indonesia?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Have you _____ eaten Japanese food?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eaten lots of Japanese food.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students, three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HOA, 13, Nam Dinh: 'I have never been abroad and I have never met a foreigner in my town. But I have watched about four hundred hours of English videos, and last month I understood a whole film without subtitles for the first time. That was my experience.' DUC, 14, Da Nang: 'I've spoken English to tourists many times, because my mother sells drinks near the beach. I've helped people from Russia, Korea, France and Australia. My grammar is bad, but I have never had a conversation that failed.' LINH, 13, Can Tho: 'I've written to a girl in the Philippines since September. We've sent each other 26 emails. She has never been to Viet Nam and I have never been to her country, but I know what her bedroom looks like and she knows my grandmother's name.' Three different lives — and none of them has been on a plane.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has Hoa never done? What has she done?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has Duc spoken to many tourists?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does Duc say about his grammar?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emails have Linh and her friend sent?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is the point of the last sentence?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text: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sentences with 'never'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sentences with 'have/has + past participle' in the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past simple sentence and say why it is past simple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see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eat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meet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write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visit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try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question and a short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(you / ever / be / abroad?) –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/ ever / try / Korean food?) – 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(they / ever / meet / a foreigner?) –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(he / ever / write / an email in English?) – 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have never not been abroad.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 been to Hanoi last year.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Have you ever went to Hue?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have visited Australia.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have ate sushi twice.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you ever been to Da Nang?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…been to another province.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…spoken English to a foreigner.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…eaten food from another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…written an email in English.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…watched a film without subtitles.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…been on a plane.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'yes' answer from the survey and ask three follow-up questions in the PAST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Have you ever been to Hanoi? B: Yes, I have. A: When did you go? B: Last summer. A: What did you do?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I have. / No, I haven't.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What was it like?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When did you go?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I've never done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 try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students compare experiences; each must ask three 'Have you ever…?' questions and three past simple follow-ups.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(be) to Hanoi three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______ (go) to Hanoi last summer.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you ever ______ (eat) sushi?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______ (never / meet) a foreigner.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______ (watch) an English film yesterday.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He ______ (write) six emails since September.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have/has + past participle for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 in questions, never in negatives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been to = went and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with a past time word → past simple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participle.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Present perfect or past simple?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experiences: three with the present perfect and two with the past simple.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sentences five times with contractions: I've been there. She's visited Hue. We've never met. Have you ever tried it? 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