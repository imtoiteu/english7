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7L2_1_A1-16-Prepositions.mp3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7  ·  LESSON 2  ·  PERIOD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Traffic signs and road vocabulary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recognise and name ten traffic signs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explain what a sign means with must / mustn't / 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pronounce /aɪ/ and /eɪ/ words in sentences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describe the road outside their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Transport bingo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Students write six transport words; teacher reads clues. Recycles Lesson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Play bingo.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traffic 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/ˈtræfɪk saɪn/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biển báo giao thông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Do you know this traffic sign?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traffic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/ˈtræfɪk laɪt/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đèn giao thông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Wait at the traffic light.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pavement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/ˈpeɪvmənt/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vỉa hè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Walk on the pavement, not on the road.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zebra crossing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/ˈzebrə ˈkrɒsɪŋ/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vạch sang đường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Cross at the zebra crossing.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helmet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/ˈhelmɪt/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mũ bảo hiểm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You must wear a helmet.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/spiːd/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tốc độ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speed limit is 40 km/h.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turn left /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/tɜːn left/   (v phr)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rẽ trái / phải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Turn left at the crossroads.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go straight 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/ɡəʊ streɪt əˈhed/   (v phr)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đi thẳng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Go straight ahead for 200 metres.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obey the traffic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wear a helmet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cross the road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look both ways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the speed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must / mustn't for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MUST + bare verb = it is necessary; it is the rule. You must wear a helmet.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MUSTN'T + bare verb = it is forbidden. You mustn't ride on the pavement.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Careful: 'mustn't' does NOT mean 'don't need to'. It means 'it is against the rules'.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Compare with SHOULD (Unit 2): should = good advice; must = the law.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obligation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must + bare verb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You must stop at a red light.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prohibition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mustn't + bare verb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You mustn't use a phone while riding.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advice (Unit 2)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should / shouldn't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You should wear bright clothes at night.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Cyclists must use the cycle lane.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You mustn't carry two friends on one bike.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You should check your brakes, but you MUST have lights at night.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*You must to wear a helmet* (no 'to') and *He musts* (no -s). Must never changes and never takes 'to'.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Cyclists must use the cycle lane.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/aɪ/ and /eɪ/ in traffic words; clear final /t/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Traffic vocabulary is full of both sounds: LIGHT, RIGHT, BIKE (/aɪ/) vs TRAIN, LANE, STRAIGHT (/eɪ/). Finish the /t/ in 'light' and 'straight'.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/aɪ/: light, right, bike, drive, 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/eɪ/: train, lane, straight, safe, 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Final /t/: light, right, straight — you must hear it!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Turn right at the traffic light.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Go straight ahead and stay in the safe lane.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Ride your bike on the right side.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Prepositions of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saying where places and things are. Two speakers, scripted dialogue, native English. It lasts 1:39.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ELLLO — Sound Grammar · 1:39 · Two speakers, scripted dialogue, native English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saying where places and things are B. arrangements people have already made for later C. choosing a Halloween costume for a party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Yes, there is three on A Street.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Yes, it is only two minutes 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Yes, and the mall is near by,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Yes, it is not far away.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It is between the bank and the post office.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Woman: It is _____ the park.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Man: Is it _____ the museum?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Woman: Yes, the museum is across from the hotel _____ the park.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Woman: I live _____ the east side of town.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Woman: Yes, I live _____ the beach actually.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Ten signs every cyclist should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Traffic signs have three shapes, and the shape tells you the message. ROUND signs with a red circle are PROHIBITION: something you mustn't do. A bicycle in a red circle means 'no cycling'. A number in a red circle, like 40, is the speed limit — you mustn't go faster. TRIANGLE signs with a red edge are WARNING: something dangerous is coming. A triangle with children means 'school ahead — drive slowly'. A triangle with a train means a railway crossing. SQUARE or RECTANGLE blue signs are INFORMATION: a hospital, a bus stop, a one-way street, a pedestrian crossing. One rule is worth remembering: red means STOP or DON'T; blue means INFORMATION; and a triangle always means BE CAREFUL.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do round signs with a red circle mean?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does a triangle sign mean?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do blue signs give you?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does a bicycle in a red circle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What does a triangle with children mean?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a sentence with must or mustn't.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bicycle in a red circle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40 in a red circle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triangle with children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blue sign with a pedestrian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letter.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bicycle in a red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triangle with children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blue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red circle with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triangle with a train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letter.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speed limit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no cycling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railway crossing ahead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parking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e. school ahead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______ wear a helmet. (the law)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 ______ ride on the pavement. (forbidden)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______ wear bright clothes at night. (good advice)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Drivers ______ stop at a red light. (the law)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You ______ check your brakes every month. (good advice)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must to wear a helmet.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He musts stop at the red light.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don't must ride two on a bike.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You mustn't to use your phone.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We must obeying the rules.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 teams, one student shows a sign card and the team must produce a correct must/mustn't sentence in five seconds.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In teams, one student shows a sign card and the team must produce a correct must/mustn't sentence in five seconds.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Look at the sign cards. Ask and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What does this sign mean? B: It means you mustn't turn left.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 pairs, describe the road outside your school and say what is dangerous.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Useful: 'There is a … near the gate.' 'Students must…' 'Drivers mustn't…' 'The most dangerous place is…'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Warning someone and explaining a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Be careful!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Look out!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You mustn't do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It's dangerous.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Why not?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Because it's the law.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 is about to break a traffic rule (cross without looking, no helmet). B warns A and explains the rule. Then swap.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U7.2-W1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______ wear a helmet on a motorbike.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 ______ ride two on a bicycle.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Drivers ______ stop at a red light.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You ______ play football in the street.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Cyclists ______ use lights at night.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10 traffic signs and road 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must / mustn't for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must vs should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U7L2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U7.2-H1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helmet, pavement, zebra crossing, traffic light,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U7.2-H2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five traffic rules for your street: three with must, two with mustn't.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U7.2-H3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Describe three traffic signs near your house and say what each one means.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U7.2-H4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sentences five times with a clear final /t/: 'Turn right at the traffic light.' 'Go straight ahead.'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U7L2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