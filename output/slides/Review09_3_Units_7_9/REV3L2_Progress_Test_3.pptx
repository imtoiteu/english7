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2  ·  PERIOD 71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3</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3 (Units 7–9)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set one goal for Units 10–12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timings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(as before)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 Part 2 Language focus (3) · Part 3 Reading (2.5) · Part 4 Writing (2.5). Speaking 10 marks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10 minutes for the writing.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contrast connector.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 . However,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30: Rolling on the River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boat trip on a river. American English — VOA’s professional actors (Anna, Pete, Marsha, Ms. Weaver…), slowed learner delivery. It lasts 3:19.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3:19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a boat trip on a river C. the things people can do at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4 - Lesson 30: Rolling on the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fact, I am here to buy some seafood for my dinner party.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came to the right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have the freshest seafood in town.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sits on the Potomac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_____ is important to the history and culture of the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Pete: Did you grow up on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love the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Well … this afternoon I am going on a 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3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BRIDGE THAT CHANGED A VILLAGE Until 2019, the children of Nam Son village crossed the river to school in a small wooden boat. In the dry season the journey took ten minutes. In the rainy season, the river rose by three metres and the boat could not cross at all, so about forty children missed up to six weeks of school every year. In 2019 a bridge was built. It cost less than many people expected, and the villagers did most of the work themselves. Now the journey to school takes twelve minutes on foot, every day of the year. The head teacher says the change is easy to measure. Before the bridge, nine students from the village finished Grade 9. Last year, twenty-six did. However, not everything is simple. The bridge has also brought motorbikes, and last year there were two accidents on the village road, which was never designed for traffic. The village has now put up three signs and 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children get to school before 2019, and what was the problem in the rainy season?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did most of the work on the bridge?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journey take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figures show the change?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new problem has the bridge created, and what has the village done about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h______ on a motorbike.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Cross the road at the z______ crossing.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that makes you laugh is a c______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a film are the a______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Children carry a l______ at the Mid-Autumn Festival.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goes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far (is / does) it from here to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was (boring / bored).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(Although / However) it was long, I liked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saw (a / the) temple for the first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bike / ride / train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ship / live / sheep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think / three /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month / fourth / mother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and how to make it safer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(with one good and one weak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for your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review of a film you have seen.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description of a festival you know.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7–9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Tests 1 and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three test results. Write one thing that has improved and one goal for Units 10–12.</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and write the rule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