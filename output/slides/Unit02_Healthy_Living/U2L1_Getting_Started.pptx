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2L1_1_e8edcdf8-a252-41eb-af50-d1337bbb614f_hq.mp3" TargetMode="External"/><Relationship Id="rId3" Type="http://schemas.openxmlformats.org/officeDocument/2006/relationships/hyperlink" Target="https://learningenglish.voanews.com/a/lets-learn-english-lesson-44-making-healthy-choices/3688552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2  ·  LESSON 1  ·  PERIOD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GETTING STARTED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Are you living a healthy life?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name eight healthy and unhealthy habits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ask and answer questions about daily health habits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listen to a conversation about a health problem and find the main idea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write three sentences about their own habits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Healthy or unhealthy?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Say an activity ('eating vegetables', 'sleeping four hours'). Students stand up for healthy, sit down for unhealthy. Fast, 8–10 items.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Stand or sit to show their answer.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healthy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/ˈhelθi/   (adj)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khỏe mạnh, lành mạnh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Fruit and vegetables are healthy food.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unhealthy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/ʌnˈhelθi/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không tốt cho sức khỏe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Too much sugar is unhealthy.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habit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/ˈhæbɪt/   (n)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thói quen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Going to bed early is a good habit.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junk food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/ˈdʒʌŋk fuːd/   (n)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đồ ăn vặt, thức ăn nhanh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He eats too much junk food.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balanced diet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/ˈbælənst ˈdaɪət/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chế độ ăn cân bằng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A balanced diet keeps you strong.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exercise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/ˈeksəsaɪz/   (n/v)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tập thể dục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do exercise every morning.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get enough sleep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/ɡet ɪˈnʌf sliːp/   (v phr)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ngủ đủ giấc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Teenagers need to get enough sleep.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/ˈenədʒi/   (n)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năng lượng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Breakfast gives you energy for the morning.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 exercise / take exercise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eat a balanced diet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go to bed early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spend too much time on the phone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keep fit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It's good / bad for your health.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Grammar: Present simple for habits (recycled) + too much / too many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We use the present simple to talk about our daily habits.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TOO MUCH + uncountable noun (too much sugar, too much time).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TOO MANY + countable plural noun (too many sweets, too many hours).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Structure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too much + uncountable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He drinks too much soft drink.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too many + countable plural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She eats too many sweets.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not enough + noun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 don't get enough sleep.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eat too much junk food, so I feel tired.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brother plays too many computer games.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We don't do enough exercise.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Vietnamese uses 'quá nhiều' for both, so students say *too much sweets*. Countable → too MANY. Uncountable → too MUCH.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eat too much junk food, so I feel tired.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Word stress in two-syllable health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Most two-syllable nouns are stressed on the FIRST syllable: HAB-it, EN-er-gy, EX-er-cise. Two-syllable verbs are often stressed on the second: re-LAX.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'habit (Oo)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'healthy (Oo)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'exercise (Ooo)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'energy (Ooo)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have a good HAB-it.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EX-er-cise gives me EN-er-gy.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Please re-LAX.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Lesson 44: Making Healthy Choices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choosing between healthy food and junk food. American English — VOA’s professional actors (Anna, Pete, Marsha, Ms. Weaver…), slowed learner delivery. It lasts 3:34.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10698480" cy="1435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48656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824728"/>
            <a:ext cx="10698480" cy="512064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400" b="1">
                <a:solidFill>
                  <a:srgbClr val="0E7C66"/>
                </a:solidFill>
                <a:hlinkClick r:id="rId3"/>
              </a:rPr>
              <a:t>🌐 Listen online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28232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VOA Learning English — Let’s Learn English, Level 1 · 3:34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the best, the fastest and the most popular things B. choosing between healthy food and junk food C. where one person's family lives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am going to go buy my healthy food and my junk food!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And that is why your cholesterol is so high!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Will you five please be nice to each other?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are only fat and sugar.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am not going to tell you five again!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When I’m hungry, I only want to _____ junk food!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But I know I should eat _____ food.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Anna: One side says, ‘You should eat _____ food.’ The other side says, ‘But I want to eat junk food!’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Ashley: You _____ be able to find all kinds of food there - for all of you.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Anna: I _____ eat more vegetables.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Two students, two lifestyles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Hoa gets up at half past five. She does exercise for twenty minutes, then she has breakfast with her family: rice, eggs and a glass of milk. She walks to school. In the evening she goes to bed at half past nine. She almost never gets ill. Khang gets up at a quarter past six and runs to school without breakfast. At break time he buys sweets and a soft drink. After dinner he watches videos on his phone until midnight. He often has a headache at school and he catches a cold three or four times a year.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Hoa or Khang.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gets up earlier: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never eats breakfast: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does exercise every morning: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goes to bed very late: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is often ill: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U2.1-R2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in your own words.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Name two unhealthy habits Khang has.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Why does Khang often have a headache, do you think?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Which student are you more like? Why?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H (healthy) or U (unhealthy).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eating a lot of vegetables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sleeping four hours a night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walking to school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drinking three soft drinks a day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going to bed at half past nine 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H (healthy) or U (unhealthy).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eating junk food every day 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Complete the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He eats ______ sweets.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drinks ______ coffee.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spend ______ time on my phone.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They play ______ computer games.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We eat ______ junk food.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Do the class quiz. Give yourself 1 point for each healthy habit, then write two sentences about your score.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Quiz: breakfast every day? / 8 hours' sleep? / exercise 3 times a week? / fruit every day? / less than 2 hours on the phone?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Tell the class two things about your partner's habits.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Careful: he/she + verb + s!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your partner these five questions and count the healthy answers.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time do you go to bed?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Do you eat breakfast every day?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How often do you do exercise?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much junk food do you eat?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How long do you use your phone every day?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Real-life English: Talking about how you feel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You look tired.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Are you OK?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I'm fine, thanks.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feel tired / sleepy / weak.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not good for you.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Take care!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notices that B looks tired and asks why. B explains two unhealthy habits. A reacts with 'That's not good for you.' and one suggestion.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U2.1-W1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three true sentences about your habits: one good, one bad, one you want to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Good habit: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Bad habit: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 want to ______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8 health words + the chunks do exercise / get enough sleep / eat a balanced diet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too much (uncountable) vs too many (countable)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present simple for habits (recycled from Unit 1)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U2L1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Match the word with the meaning.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Complete with too much, too many or enough.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4 sentences about the habits of someone in your family.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U2.1-H4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Say the five stress words aloud 5 times: HAB-it, HEAL-thy, EX-er-cise, EN-er-gy, re-LAX.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U2L1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