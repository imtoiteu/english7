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1  ·  PERIOD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Are you living a healthy life?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healthy and unhealthy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questions about daily health habits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conversation about a health problem and find the main idea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their own habits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Healthy or unhealthy?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 an activity ('eating vegetables', 'sleeping four hours'). Students stand up for healthy, sit down for unhealthy. Fast, 8–10 items.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Stand or sit to show their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healthy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/ˈhelθi/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khỏe mạnh, lành mạnh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Fruit and vegetables are healthy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unhealthy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/ʌnˈhelθi/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tốt cho sức khỏe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much sugar is unhealthy.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habit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/ˈhæbɪt/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thói quen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Going to bed early is a good habit.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junk food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/ˈdʒʌŋk fuːd/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 ăn vặt, thức ăn nhanh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eats too much junk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balanced diet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/ˈbælənst ˈdaɪət/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chế độ ăn cân bằng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balanced diet keeps you strong.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exercise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/ˈeksəsaɪz/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tập thể dục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 exercise every morning.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get enough sleep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/ɡet ɪˈnʌf sliːp/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ngủ đủ giấc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Teenagers need to get enough sleep.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/ˈenədʒi/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năng lượng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Breakfast gives you energy for the morning.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exercise / take exercise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eat a balanced diet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go to bed 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spend too much time on the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keep fit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good / bad for your health.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Present simple for habits (recycled) + too much / too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to talk about our daily habits.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MUCH + uncountable noun (too much sugar, too much time).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MANY + countable plural noun (too many sweets, too many hours).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much + uncountable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drinks too much soft drink.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many + countable plural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eats too many sweets.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enough + 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get enough sleep.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eat too much junk food, so I feel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plays too many computer 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do enough exercise.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uses 'quá nhiều' for both, so students say *too much sweets*. Countable → too MANY. Uncountable → too MUCH.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eat too much junk food, so I feel tired.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Word stress in two-syllable health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Most two-syllable nouns are stressed on the FIRST syllable: HAB-it, EN-er-gy, EX-er-cise. Two-syllable verbs are often stressed on the second: re-LAX.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'habit (Oo)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'healthy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'exercise (Ooo)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'energy (Ooo)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have a good HAB-it.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EX-er-cise gives me EN-er-gy.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Please re-LAX.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44: Making Healthy Choices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choosing between healthy food and junk food. American English — VOA’s professional actors (Anna, Pete, Marsha, Ms. Weaver…), slowed learner delivery. It lasts 3:34.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3:34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best, the fastest and the most popular things B. choosing between healthy food and junk food C. where one person's family lives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am going to go buy my healthy food and my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And that is why your cholesterol is so high!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Will you five please be nice to each other?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are only fat and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am not going to tell you five again!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When I’m hungry, I only want to _____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But I know I should eat _____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One side says, ‘You should eat _____ food.’ The other side says, ‘But I want to eat junk food!’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Ashley: You _____ be able to find all kinds of food there - for all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 _____ eat more vegetables.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Two students, two lifestyles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 gets up at half past five. She does exercise for twenty minutes, then she has breakfast with her family: rice, eggs and a glass of milk. She walks to school. In the evening she goes to bed at half past nine. She almost never gets ill. Khang gets up at a quarter past six and runs to school without breakfast. At break time he buys sweets and a soft drink. After dinner he watches videos on his phone until midnight. He often has a headache at school and he catches a cold three or four times a year.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Hoa or Khang.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gets up earlier: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never eats breakfast: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exercise every morning: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goes to bed very late: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is often ill: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your own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Name two unhealthy habits Khang has.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does Khang often have a headache, do you think?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student are you more like? Why?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eating a lot of vegetables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sleeping four hours a night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walking to school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drinking three soft drinks a day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going to bed at half past nine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eating junk food every day 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eats ______ sweets.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drinks ______ coffee.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spend ______ time on my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play ______ computer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eat ______ junk food.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 quiz. Give yourself 1 point for each healthy habit, then write two sentences about your score.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Quiz: breakfast every day? / 8 hours' sleep? / exercise 3 times a week? / fruit every day? / less than 2 hours on the phone?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the class two things about your partner's habits.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Careful: he/she + verb + 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these five questions and count the healthy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time do you go to bed?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you eat breakfast every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often do you do exercise?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junk food do you eat?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do you use your phone every day?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how you feel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look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OK?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fine, thanks.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feel tired / sleepy / weak.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not good for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Take care!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that B looks tired and asks why. B explains two unhealthy habits. A reacts with 'That's not good for you.' and one suggestion.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true sentences about your habits: one good, one bad, one you want to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Good habit: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Bad habit: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 want to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words + the chunks do exercise / get enough sleep / eat a balanced diet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too much (uncountable) vs too many (countable)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habits (recycled from Unit 1)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Match the word with the meaning.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too much, too many or enough.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the habits of someone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 five stress words aloud 5 times: HAB-it, HEAL-thy, EX-er-cise, EN-er-gy, re-LAX.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