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2L3_1_A2-17-Imperatives.mp3" TargetMode="External"/><Relationship Id="rId3" Type="http://schemas.openxmlformats.org/officeDocument/2006/relationships/hyperlink" Target="https://elllo.org/book/A2/A2-17-Imperatives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2  ·  LESSON 3  ·  PERIOD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Giving advice: should / shouldn't and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give advice with should and shouldn't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give instructions with imperatives (Drink…! Don't eat…!)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choose between advice (should) and an order (imperative)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give three pieces of advice for a health problem in a role 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Problem ping-pong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Teacher says a problem, students say a habit that causes it ('a stomach ache' → 'eating too many sweets'). Recycles Lesson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Say the cause of each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/ədˈvaɪs/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lời khuyên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Thank you for your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/rest/   (v/n)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nghỉ ngơi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You should rest for two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medicine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/ˈmedsn/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thuốc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Take this medicine after meals.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warm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/wɔːm/   (adj)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ấm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Keep warm in cold weather.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wash your hands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/wɒʃ jɔː hændz/   (v phr)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rửa tay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Wash your hands before you eat.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stay up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/steɪ ʌp leɪt/   (v phr)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thức khuya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Don't stay up late before a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You should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You shouldn't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Why don't you …?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It's a good idea to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Take care of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should / shouldn't and imperatives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SHOULD + verb (no 'to') = this is a good idea / my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SHOULDN'T + verb = this is a bad idea.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IMPERATIVE = the verb alone (Drink water!) / Don't + verb (Don't eat sweets!). It is stronger — an instruction, a rule or a 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With a friend, use SHOULD. On a sign or from a doctor, the IMPERATIVE is normal.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Advice +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should + 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You should drink more water.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Advice 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shouldn't + verb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You shouldn't stay up late.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Should I …?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Should I see a doctor? – Yes, you should.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Instruction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verb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Wash your hands!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Instruction –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Don't + 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Don't drink cold water!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You should eat breakfast every morning.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He shouldn't play computer games until midnight.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Drink two litres of water a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Don't share your water bottle.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Three classic errors: *You should to rest* (no 'to'), *You should drinks* (no -s), *You not should eat* (the negative is shouldN'T).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You should eat breakfast every morning.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The weak form of 'should' and the /ʃ/ sound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In a sentence, 'should' is short and weak: /ʃəd/ — 'You should EAT breakfast'. The stress goes on the main verb, not on 'should'. /ʃ/ = lips forward, like 'suỵt!'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should /ʃʊd/ → weak /ʃəd/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shouldn't /ˈʃʊdnt/ (this one IS stressed)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/ʃ/: should, sure, wash, fresh, sugar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You should DRINK more water.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You shouldn't EAT so many sweets.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You should WASH your hands.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Imperatives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giving instructions and telling somebody what to do. Two speakers, scripted dialogue, native English. It lasts 2:57.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698480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48656"/>
            <a:ext cx="10698480" cy="512064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24728"/>
            <a:ext cx="10698480" cy="512064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0E7C66"/>
                </a:solidFill>
                <a:hlinkClick r:id="rId3"/>
              </a:rPr>
              <a:t>🌐 Listen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ELLLO — Sound Grammar · 2:57 · Two speakers, scripted dialogue, native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asking for and offering things B. giving instructions and telling somebody what to do C. asking to borrow things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Wash them and then add yogurt on 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No, do not use a computer.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But, please write in pen, not pencil.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Tonight, please write a 110 word essay about your hobby.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Tell them to be home by eight.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Woman: _____ make a fruit salad.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_____ cut them up and put them in a bowl.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Woman: At the second light, _____ left.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Man: OK, so I walk down this road two blocks, and then _____ left.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School health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THE SCHOOL HEALTH RULES — Room 101 1. Wash your hands before you eat. 2. Don't share bottles or chopsticks. 3. Bring a water bottle every day. 4. Don't buy food from the street sellers at the gate. 5. If you have a fever, tell your teacher and go to the health room. A note from the school nurse: 'These are rules, so we use the imperative — short and clear. But when I talk to one student, I usually say: You should go home and rest. It sounds friendlier than an order.'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Rewrite the five rules as friendly advice with should / shouldn't.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Wash your hands before you eat.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Don't share bottles or chopsticks.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Bring a water bottle every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Don't buy food from the street sellers.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Tell your teacher if you have a fever.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advice.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______ eat more vegetables.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______ stay up until midnight.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______ do exercise three times a week.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______ drink six soft drinks a 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You ______ wash your hands before meals.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Change the advice into an instruction for a poster.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should drink more water. →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shouldn't eat junk food. →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should sleep eight hours. →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shouldn't share your bottle. → 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Each sentence has one mistake.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should to see a doctor.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He should drinks more water.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not should eat sweets.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Don't to stay up late.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She shouldn't goes to school today.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U2.3-S2, then swap cards with another pair.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Perform U2.3-S2, then swap cards with another pair.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One student says a problem; the next gives advice and adds a new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 have a headache. B: You should drink some water. I have a stomach ache. C: You shouldn't eat street food. I…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Read your partner's problem card and give three pieces of advice: two with should/shouldn't and one imperative.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Problem cards: 'I'm always tired.' / 'I have toothache.' / 'I catch a cold every month.' / 'I can't sleep at night.'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Real-life English: Giving and accepting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You should…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Why don't you…?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It's a good idea to…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a good idea.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Thanks, I'll try that.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You're right.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has a health problem and is worried. B gives three pieces of advice. A accepts one and refuses one politely ('I know, but…').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two pieces of advice for each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Your friend has toothache.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Your friend is always tired.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Your friend catches a cold every month.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should / shouldn't + bare verb (no to, no -s)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Imperative: verb / Don't + verb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Advice is friendly; the imperative is a rule or an order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U2.3-H1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should or shouldn't.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U2.3-H2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an imperative for each health poster.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U2.3-H3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Your friend eats junk food every day and never does exercise. Write 4 pieces of advice.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U2.3-H4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Say these three sentences with the stress on the MAIN VERB, not on 'should': You should EAT breakfast. / You shouldn't STAY up late. / You…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U2L3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