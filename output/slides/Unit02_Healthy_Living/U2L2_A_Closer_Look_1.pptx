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2  ·  LESSON 2  ·  PERIOD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Health problems, and the sounds /f/ and /v/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eight common health problems and use the verb 'have' with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/f/ and /v/ correctly and release final /t/, /d/, /k/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'What's the matter?' and answer with a health problem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describe a health problem and its cause in two sentences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Mime the problem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Mime a headache; elicit. Then students mime for their team to guess in English.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Six problems, two teams, one point 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Mime and guess health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headache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/ˈhedeɪk/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đau đầu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have a bad headache.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stomach 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/ˈstʌmək eɪk/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đau bụng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has a stomach ache after eating.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sore throat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/sɔː θrəʊt/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đau họng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 has a sore throat and can't 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/ˈfiːvə/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sốt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baby has a fever of 39 degrees.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/kɒf/   (n/v)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have a cough at night.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catch a cold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/kætʃ ə kəʊld/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bị cảm lạnh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You'll catch a cold without a coat.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/fluː/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cúm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Many students have the flu this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toothache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/ˈtuːθeɪk/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đau răng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Too many sweets give you toothache.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What's the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have a headache / a fever / a cough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catch a cold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feel sick / feel dizzy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stay in 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see a doctor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Grammar: 'have' + health problem; questions with What's the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 describe a health problem we normally use HAVE: I have a headache.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With he / she it becomes HAS: She has a fever.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The question is: What's the matter (with you)? or What's wrong?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Person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/ You / We / They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have a cough.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don't have a cough.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Do you have a cough?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He / She /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She has a fever.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She doesn't have a fever.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Does she have a fever?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What's the matter? – I have a sore throat.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My brother has a stomach ache because he ate too many sweets.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Do you have a headache? – Yes, I 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Two errors: (1) *I am headache* (Vietnamese 'tôi bị đau đầu' has no verb 'have'); (2) forgetting the article: *I have headache*. Say: I HAVE A headache.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What's the matter? – I have a sore throat.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The sounds /f/ and /v/, and final /t/, /d/, /k/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/f/ and /v/: the top teeth touch the bottom lip. /f/ is quiet, /v/ makes your throat buzz. Final /t/, /d/, /k/: the air must STOP and be released — you should hear a small puff.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/f/: fever, flu, coffee, healthy fo od → food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/v/: very, vegetable, never, five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Minimal pairs: fan – van | few – view | leaf – leave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Final sounds: eat, food, milk, cold, sick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Five very healthy vegetables.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I feel a fever and I have the flu.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He ate cold food and now he feels sick.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Much and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how much and how many of things people have. Two speakers, scripted dialogue, native English. It lasts 1:51.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ELLLO — Sound Grammar · 1:51 · Two speakers, scripted dialogue, native English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how much and how many of things people have B. living near a train station C. visiting a historic house and the person who lived there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Is your town a nice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Is there a gym at your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We need some milk, some bread and some juice.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can’t. I don’t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Do we need any eggs?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Woman: Yes, there are _____ 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Well, we have _____ nice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We have a _____ cafes, but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No, we have a _____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Yes, we have a _____ butter but we need more.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Common health problems at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A school nurse in Hanoi says that she sees the same problems every week. The most common problem is a headache. Most students who have a headache did not eat breakfast or did not drink enough water. The second problem is a stomach ache, usually after cheap street food or too many sweets at break time. In the cold months, many students catch a cold or get the flu. They have a cough, a sore throat and sometimes a fever. 'Students share bottles and food,' the nurse says, 'so one cold becomes twenty colds in three days.' Her advice is simple: eat breakfast, drink water, wash your hands, and stay at home when you have a fever.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most common problem at school?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Give two causes of a stomach ache.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Why does one cold become twenty colds?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Write two pieces of the nurse's advice.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health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head + pain =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stomach + pain =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throat + pain =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tooth + pain =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hot body, 39 degrees = 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health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'cough cough' at night = ______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______ a cough.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______ a fever.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My brothers ______ the flu.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 he ______ a headache?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Nam ______ a sore throat.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U2.2-G3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sound you hear at the start of the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fever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vegetable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flu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very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five 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U2.2-G3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sound you hear at the start of the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food 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You don't look well. ______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I ______ a terrible sore throat.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Oh dear! When ______ it start?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Two days 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You should see a doctor. ______ 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U2.2-S2 for another pair.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Perform U2.2-S2 for another pair.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Take a problem card. Your partner asks and you answer, then give the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What's the matter? B: I have a stomach ache. I ate too many sweets.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 is the school nurse, B is a student. The nurse asks three questions; the student answers.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Nurse: What's the matter? / When did it start? / What did you eat today?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Real-life English: Asking about someone's health and showing sympathy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What's the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What's wrong?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you all right?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sorry to hear that.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Oh dear!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Get well soon!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Your friend was absent yesterday. Ask why, listen, show sympathy and finish with 'Get well soon!'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four sentences: a problem and its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Model: Nam has a toothache because he eats too many sweets.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health problems + have / has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What's the matter?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/f/ vs /v/ and final /t/, /d/, /k/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Write the health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the sentences with have / 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Circle the word with /v/.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 short message to a sick friend (3–4 sentences).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U2L2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