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2L4_1_1f484880-f858-47b5-8e0d-37a063b34a07_hq.mp3" TargetMode="External"/><Relationship Id="rId3" Type="http://schemas.openxmlformats.org/officeDocument/2006/relationships/hyperlink" Target="https://learningenglish.voanews.com/a/lets-learn-english-lesson-51-a-good-habit/3773577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2  ·  LESSON 4  ·  PERIOD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at the doctor's and helping a friend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everyday expressions to describe symptoms and ask for help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doctor–patient role play of six or more turns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show sympathy and give advice politely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carry out a class health survey and report one 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Symptom mime relay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Two teams. One student mimes; the team must produce the full sentence 'He has a fever.'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Recycles Lesson 2 and 3 language.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Mime and produce full sentences.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symptom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/ˈsɪmptəm/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triệu chứng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 cough and a fever are symptoms of the flu.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appointment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/əˈpɔɪntmənt/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cuộc hẹn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have an appointment at four o'clock.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temperature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/ˈtemprətʃə/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nhiệt độ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Let me take your temperature.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painful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/ˈpeɪnfl/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đớn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tooth is very painful.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prescription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/prɪˈskrɪpʃn/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đơn thuốc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Here is your prescription.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/rɪˈkʌvə/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hồi phục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 will recover in three days.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 don't feel well.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hurts 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long have you had 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this medicine twice a day.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Get well soon!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care of yourself.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Questions for describing symptoms (recycled and extended)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What's the matter? / What's wrong? – to ask about the problem.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When did it start? – past simple, recycled from primary school.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Does it hurt here? – present simple question.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How long…? – to ask about the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What's the matter?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have a sore throat.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When did it start?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Two days ago.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Does it hurt when you eat?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Yes, it does.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 you have a fever?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No, I don't.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What's the matter? – I don't feel well. I have a headache and a fever.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When did it start? – It started yesterday evening.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answer 'Yes' to 'What's the matter?' Train the pattern: WH- question → information, not yes/no.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What's the matter? – I don't feel well. I have a headache and a fever.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Polite, caring intonation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questions about health the voice is soft and goes DOWN at the end of a Wh- question, UP in a yes/no question. A flat, loud voice sounds unfriendly.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What's the matter? 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Are you all right? 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Does it hurt? 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I'm sorry to hear that. 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What's the matter? ↘ B: I don't feel well.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Do you have a fever? ↗ B: Yes, a little.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I'm sorry to hear that. Get well soon! 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51: A Good Habit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training for a marathon as a fitness goal. American English — VOA’s professional actors (Anna, Pete, Marsha, Ms. Weaver…), slowed learner delivery. It lasts 3:05.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VOA Learning English — Let’s Learn English, Level 1 · 3:05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training for a marathon as a fitness goal B. which fruits one person likes C. what one person eats for breakfast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Number the lines 1-5 in the order you hear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Okay, well, good luck, Anna!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But ma’am you can’t enter the race.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Good luck to you,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I am here to enter the race!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(At the race: an announcer calls out race information)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Ashley: Anna, training a little every day is a good _____ to get into.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Quiz - Lesson 51: A Good 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 the Quiz to find out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Health advice from the school website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WHEN SHOULD YOU STAY AT HOME? Stay at home if you have a fever over 38 degrees, if you are being sick, or if you have a bad cough that does not stop. Call the school office before eight o'clock. You can come to school with a small cold. Bring tissues, wash your hands often and don't share food or bottles. IF YOU FEEL ILL AT SCHOOL: tell your teacher immediately. Do not go home alone. The health room (Room 101) is open from 7 a.m. to 4.30 p.m.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STAY AT HOME or COME TO SCHOOL.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have a fever of 38.5 degrees.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have a small cold.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have a cough that does not stop.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sneeze twice in the morning. ______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Before what time must you call the school?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three things should you do if you come with a small cold?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Where is the health room and when is it open?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1–5 with a–e.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What's the matter?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When did it start?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Does it hurt here?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Do you have a fever?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long will it take?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1–5 with a–e.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Yes, it does. It's painful.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Two or three days.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I have a stomach ache.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Yesterday evening.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No, I don't.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words in the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matter   hurts   should   start   well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Doctor: What's the (1) ______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Patient: I don't feel (2) ______ . My tooth (3) ______ 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Doctor: When did it (4) ______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7550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Patient: Three days ago.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3387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Doctor: You (5) ______ see a dentist today.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five classmates and complete the table, then write one sentence about the class.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Questions: How many hours do you sleep? Do you eat breakfast? How often do you do exercise? How much time do you spend on your phone?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the doctor–patient role play for another pair. They tick the checklist.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Checklist: □ 6 turns □ symptom □ cause □ 2 pieces of advice □ polite ending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Take a card and describe your symptoms without saying the name of the illness. Your partner guesses.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'My head hurts and I feel hot.' → 'You have a fever.'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a conversation of at least six turns.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Doctor: greeting → What's the matter? → When did it start? → one more question → advice (2) → Get well soon!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Patient: symptom → cause → question about recovery → thank you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Describing symptoms and asking for 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don't feel well.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think I have…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hurts 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started two days ago.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Should I take medicine?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sorry to hear that.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Three-part chain: student → school nurse → doctor. Each pair performs one part; the class listens for the advice.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message to your teacher (3–4 sentences) saying why you cannot come to school.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Include: greeting, the problem, how long, and a polite ending.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Doctor–patient language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Wh- questions for symptoms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Sympathy and polite endings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symptom, appointment, temperature, painful, recover.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 in each situation.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the absence message from U2.4-W1 neatly (4 sentences).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doctor–patient role play at home. Record it on a phone if you can, and listen once.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U2L4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