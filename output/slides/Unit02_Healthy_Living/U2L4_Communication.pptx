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97280" y="4389120"/>
            <a:ext cx="6858000" cy="4114800"/>
          </a:xfrm>
          <a:prstGeom prst="ellipse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778240" y="-1828800"/>
            <a:ext cx="5486400" cy="4572000"/>
          </a:xfrm>
          <a:prstGeom prst="ellipse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UNIT 2  ·  LESSON 4  ·  PERIOD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7F1FA"/>
                </a:solidFill>
                <a:latin typeface="Calibri"/>
              </a:rPr>
              <a:t>COMMUNICATION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92608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Everyday English: at the doctor's and helping a friend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3035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E7F1FA"/>
                </a:solidFill>
                <a:latin typeface="Calibri"/>
              </a:rPr>
              <a:t>English 7  ·  Let's start! 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Today we will learn to…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463040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508760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1508760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use everyday expressions to describe symptoms and ask for help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50592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450592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2496312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2496312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take part in a doctor–patient role play of six or more turns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438144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438144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48386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3483864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show sympathy and give advice politely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425696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4425696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471416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4471416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carry out a class health survey and report one result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Warm-up: Symptom mime relay  (5')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4206240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149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• Two teams. One student mimes; the team must produce the full sentence 'He has a fever.'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06040"/>
            <a:ext cx="10149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• Recycles Lesson 2 and 3 language.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5852160"/>
            <a:ext cx="10149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1">
                <a:solidFill>
                  <a:srgbClr val="6B7280"/>
                </a:solidFill>
                <a:latin typeface="Calibri"/>
              </a:rPr>
              <a:t>👉 You: Mime and produce full sentences.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symptom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/ˈsɪmptəm/   (n)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triệu chứng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A cough and a fever are symptoms of the flu.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appointment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/əˈpɔɪntmənt/   (n)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cuộc hẹn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I have an appointment at four o'clock.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temperature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/ˈtemprətʃə/   (n)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nhiệt độ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Let me take your temperature.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painful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/ˈpeɪnfl/   (adj)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đau đớn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My tooth is very painful.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prescription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/prɪˈskrɪpʃn/   (n)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đơn thuốc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Here is your prescription.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recover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/rɪˈkʌvə/   (v)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hồi phục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You will recover in three days.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Useful phrases — learn them as one block!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554480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609344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I don't feel well.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67712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322576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It hurts here.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80944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35808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How long have you had it?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694176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49040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Take this medicine twice a day.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07408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462272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Get well soon!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120640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5175504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Take care of yourself.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Grammar: Questions for describing symptoms (recycled and extended)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36192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What's the matter? / What's wrong? – to ask about the problem.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487168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60320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When did it start? – past simple, recycled from primary school.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511296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84448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Does it hurt here? – present simple question.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535424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608576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How long…? – to ask about the time.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The 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63040"/>
          <a:ext cx="1106424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566928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Answer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What's the matter?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I have a sore throat.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When did it start?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Two days ago.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Does it hurt when you eat?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Yes, it does.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Do you have a fever?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No, I don't.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Look at the examples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27632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What's the matter? – I don't feel well. I have a headache and a fever.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450592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523744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When did it start? – It started yesterday evening.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Be careful! A very common mistake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10698480" cy="23774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828800"/>
            <a:ext cx="100584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Students answer 'Yes' to 'What's the matter?' Train the pattern: WH- question → information, not yes/no.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3891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1" i="0">
                <a:solidFill>
                  <a:srgbClr val="2E7D32"/>
                </a:solidFill>
                <a:latin typeface="Calibri"/>
              </a:rPr>
              <a:t>👍 Say it like this:  What's the matter? – I don't feel well. I have a headache and a fever.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Pronunciation: Polite, caring intonation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17320"/>
            <a:ext cx="10881360" cy="123444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08760"/>
            <a:ext cx="103327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1B1B1B"/>
                </a:solidFill>
                <a:latin typeface="Calibri"/>
              </a:rPr>
              <a:t>In questions about health the voice is soft and goes DOWN at the end of a Wh- question, UP in a yes/no question. A flat, loud voice sounds unfriendly.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880360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926080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What's the matter? 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93592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639312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Are you all right? ↗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306824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352544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Does it hurt? ↗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020056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5065776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I'm sorry to hear that. ↘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Repeat after me — three times each!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82880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A: What's the matter? ↘ B: I don't feel well.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78892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88036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A: Do you have a fever? ↗ B: Yes, a little.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84048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93192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A: I'm sorry to hear that. Get well soon! ↗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Listening: Lesson 51: A Good Habit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182880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You will hear a real recording: training for a marathon as a fitness goal. American English — VOA’s professional actors (Anna, Pete, Marsha, Ms. Weaver…), slowed learner delivery. It lasts 3:05.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02336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1: just listen — do not write.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2: write your answers.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3: check with your partner.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577840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6B7280"/>
                </a:solidFill>
                <a:latin typeface="Calibri"/>
              </a:rPr>
              <a:t>VOA Learning English — Let’s Learn English, Level 1 · 3:05 · American English — VOA’s professional actors (Anna, Pete, Marsha, Ms. Weaver…), slowed learner delivery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U2.4-L1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once. Choose the best answer.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What is the recording mainly about?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A. training for a marathon as a fitness goal B. which fruits one person likes C. what one person eats for breakfast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U2.4-L2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again. Number the lines 1-5 in the order you hear them.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a. Okay, well, good luck, Anna!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b. But ma’am you can’t enter the race.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c. Good luck to you, too.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d. I am here to enter the race!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e. (At the race: an announcer calls out race information)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U2.4-L3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 more and write the missing word.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Ashley: Anna, training a little every day is a good _____ to get into.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Quiz - Lesson 51: A Good _____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_____ the Quiz to find out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Reading: Health advice from the school website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484632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54480"/>
            <a:ext cx="103327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0">
                <a:solidFill>
                  <a:srgbClr val="1B1B1B"/>
                </a:solidFill>
                <a:latin typeface="Calibri"/>
              </a:rPr>
              <a:t>WHEN SHOULD YOU STAY AT HOME? Stay at home if you have a fever over 38 degrees, if you are being sick, or if you have a bad cough that does not stop. Call the school office before eight o'clock. You can come to school with a small cold. Bring tissues, wash your hands often and don't share food or bottles. IF YOU FEEL ILL AT SCHOOL: tell your teacher immediately. Do not go home alone. The health room (Room 101) is open from 7 a.m. to 4.30 p.m.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U2.4-R1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STAY AT HOME or COME TO SCHOOL.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You have a fever of 38.5 degrees. ______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You have a small cold. ______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You have a cough that does not stop. ______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You sneeze twice in the morning. ______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U2.4-R2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Answer the questions.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Before what time must you call the school?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What three things should you do if you come with a small cold?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Where is the health room and when is it open?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U2.4-G1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Match 1–5 with a–e.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What's the matter?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When did it start?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Does it hurt here?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Do you have a fever?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How long will it take?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U2.4-G1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Match 1–5 with a–e.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a. Yes, it does. It's painful.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b. Two or three days.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c. I have a stomach ache.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d. Yesterday evening.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e. No, I don't.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U2.4-G2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Use the words in the box.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377440"/>
            <a:ext cx="10515600" cy="640080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423160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E07A1F"/>
                </a:solidFill>
                <a:latin typeface="Calibri"/>
              </a:rPr>
              <a:t>matter   hurts   should   start   well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20040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Doctor: What's the (1) ______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85876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Patient: I don't feel (2) ______ . My tooth (3) ______ 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51713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Doctor: When did it (4) ______ 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517550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Patient: Three days ago.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83387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Doctor: You (5) ______ see a dentist today.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U2.4-I1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Ask five classmates and complete the table, then write one sentence about the class.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Questions: How many hours do you sleep? Do you eat breakfast? How often do you do exercise? How much time do you spend on your phone?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U2.4-I2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Perform the doctor–patient role play for another pair. They tick the checklist.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Checklist: □ 6 turns □ symptom □ cause □ 2 pieces of advice □ polite ending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U2.4-S1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Take a card and describe your symptoms without saying the name of the illness. Your partner guesses.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'My head hurts and I feel hot.' → 'You have a fever.'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U2.4-S2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Perform a conversation of at least six turns.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Doctor: greeting → What's the matter? → When did it start? → one more question → advice (2) → Get well soon!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Patient: symptom → cause → question about recovery → thank you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Real-life English: Describing symptoms and asking for help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46304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0876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I don't feel well.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12848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258568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I think I have…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62656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08376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It hurts here.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712464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58184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It started two days ago.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62272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507992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Should I take medicine?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21208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525780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I'm sorry to hear that.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Role play — in pairs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256032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Three-part chain: student → school nurse → doctor. Each pair performs one part; the class listens for the advice.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66344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⏱ 2 minutes to prepare  ·  2 minutes to perform  ·  then swap roles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Do not read! Look at your partner.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✍️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Writing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U2.4-W1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a short message to your teacher (3–4 sentences) saying why you cannot come to school.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Include: greeting, the problem, how long, and a polite ending.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Let's remember today's English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0020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7335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Doctor–patient language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56032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63347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Wh- questions for symptoms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2044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59359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Sympathy and polite endings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Homework — write it in your notebook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609344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U2.4-H1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609344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Vocabulary — Complete with symptom, appointment, temperature, painful, recover.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523744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578608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U2.4-H2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578608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Everyday English — Write what you say in each situation.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493008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547872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U2.4-H3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547872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Writing — Write the absence message from U2.4-W1 neatly (4 sentences).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462272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517136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U2.4-H4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4517136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Speaking — Practise the doctor–patient role play at home. Record it on a phone if you can, and listen once.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98932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</a:rPr>
              <a:t>Homework Book, section U2L4   ·   See you next lesson! 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