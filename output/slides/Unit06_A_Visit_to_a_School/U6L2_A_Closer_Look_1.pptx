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6L2_1_A2-14-Present-Continuous-Future.mp3" TargetMode="External"/><Relationship Id="rId3" Type="http://schemas.openxmlformats.org/officeDocument/2006/relationships/hyperlink" Target="https://elllo.org/book/A2/A2-14-Present-Continuous-Future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6  ·  LESSON 2  ·  PERIOD 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School subjects and the endings -tion / -sion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ten school subjects and say which they like and why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the endings -tion /ʃn/ and -sion /ʒn/ and place the stress correctly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school timetable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compare subjects using comparatives from Unit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Freeze and describe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mime a school action; the class describes with the present continuous.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describe.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/ˈsʌbdʒɪkt/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môn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favourite subject is history.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timetable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/ˈtaɪmteɪbl/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thời khóa biểu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Look at the timetable on the wall.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/ˈfɪzɪks/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vật lý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have physics on Tuesday.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chemistry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/ˈkemɪstri/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hóa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Chemistry is in the laboratory.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geography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/dʒiˈɒɡrəfi/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địa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In geography we study maps.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/ˈhɪstri/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lịch sử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History is my best subject.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/ˈlɪtrətʃə/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ngữ văn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read poems in literature.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education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/ˌedʒuˈkeɪʃn/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giáo dục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Physical education is on Friday.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/rɪˈvɪʒn/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ôn tập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do revision before every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/breɪk/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giờ nghỉ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twenty-minute break at 9.30.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My favourite subject is…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good at / bad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 have … on Monday.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double maths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after break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Talking about a timetable: prepositions of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ON + day: on Monday, on Friday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AT + clock time: at seven o'clock, at half past nine.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IN + part of the day / month / year: in the morning, in September.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No preposition with 'every': every day, every Monday.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Preposition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have PE on Wednesday.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clock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School starts at seven.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parts of the day, months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afternoon we have two lessons.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every…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have maths every 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have double physics on Tuesday morning at half past nine.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In September the new timetable starts.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*in Monday*, *on the morning*, *at September* — Vietnamese uses 'vào' for all of them. Learn the three-word rule: ON days, AT times, IN longer periods.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We have double physics on Tuesday morning at half past nine.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endings -tion /ʃn/ and -sion /ʒn/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-TION is /ʃn/: educa-TION, informa-TION. -SION after a vowel is /ʒn/: revi-SION, televi-SION, deci-SION. The stress ALWAYS falls on the syllable just before the 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/ʃn/: education, information, question, competition, attention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/ʒn/: revision, television, decision, division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Stress: edu'CA-tion, re'VI-sion, informa'TION → infor'MA-tion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Pay atTENtion during the reviSION lesson.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informaTION about the compeTItion is on the notice 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The present continuous for future arrangements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arrangements people have already made for later. Two speakers, scripted dialogue, native English. It lasts 1:07.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1:07 · Two speakers, scripted dialogue, native English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and offering things B. festivals in different months of the year C. arrangements people have already made for later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No, I’m getting my teeth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He’s having it at his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Nice, I’m taking math too!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are you doing tonight?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Thanks, but I can’t. I’m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Why are you _____ early?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Well, if you are _____ early, I’m leaving early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I’m _____ my mom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We are _____ to the 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What is _____ on tonight?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school day in three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In Viet Nam, most secondary schools work in two shifts. The morning shift starts at seven and finishes at half past eleven; the afternoon shift runs from one to half past five. Students have five lessons of 45 minutes and a twenty-minute break. In Japan, school usually starts at half past eight and finishes at half past three. There is a long lunch break, and after the last lesson every student helps to clean the school for fifteen minutes — there are no cleaners. In Finland, school often starts at nine. Lessons are 45 minutes and after every lesson there is a 15-minute break outside, even in winter. Students have no uniform and very little homework, and the school day is one of the shortest in Europe.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Country | Start | Finish | Special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Viet Nam | ___ | ___ |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Japan | ___ | ___ |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Finland | ___ | ___ |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comparative sentences using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(start early)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(long day)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(homework) ______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study maps, rivers and countries: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study the past: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do experiments with chemicals: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study forces and electricity: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read poems and stories: ______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You run and play sport: ______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stress pattern and the sound.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education → stress on ___ ; sound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revision → stress on ___ ; sound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information → stress on ___ ; sound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television → stress on ___ ; sound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competition → stress on ___ ; sound 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on, at, in and the subjects.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______ Monday our first lesson is ______ ______ seven o'clock. ______ the morning we have four lessons. There is a break ______ half past nine. _____…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U6.2-S2 in your group and report.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U6.2-S2 in your group and report.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your partner about your Tuesday. Use on, at and in correctly.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Model: 'On Tuesday we start at seven with maths. After break we have two lessons of literature.'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groups of four, rank five subjects from the most to the least interesting. You must all agree.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Language: 'I think … is more interesting than … because…' 'I agree, but…' 'For me the most difficult is…'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Talking about school life with a foreign friend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time does school start in your country?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many lessons do you have a day?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 you wear a uniform?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your favourite subject?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very different from here!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are chatting online with a student from another country. Ask and answer five questions about school life.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on, at, in or – (no preposition).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have PE ______ Friday.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School starts ______ seven o'clock.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the afternoon we have two lessons.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have maths ______ every 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 new term starts ______ September.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on, at, in or – (no preposition).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There is a break ______ half past nine.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school subjects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on / at / in for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-tion /ʃn/ and -sion /ʒn/ with stress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subject for each description.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on, at, in or –.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about your Monday timetable (5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words five times with the stress just before the ending: education, information, competition, revision, television.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U6L2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