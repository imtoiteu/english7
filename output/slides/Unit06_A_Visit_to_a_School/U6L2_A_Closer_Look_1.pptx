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6  ·  LESSON 2  ·  PERIOD 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A CLOSER LOOK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School subjects and the endings -tion / -sion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name ten school subjects and say which they like and why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pronounce the endings -tion /ʃn/ and -sion /ʒn/ and place the stress correctly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describe a school timetable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compare subjects using comparatives from Unit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Freeze and describe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Students mime a school action; the class describes with the present continuous. Recycles Lesson 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Mime and describe.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subject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/ˈsʌbdʒɪkt/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môn học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My favourite subject is history.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timetable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/ˈtaɪmteɪbl/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thời khóa biểu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Look at the timetable on the wall.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physics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/ˈfɪzɪks/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vật lý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We have physics on Tuesday.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chemistry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/ˈkemɪstri/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hóa học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Chemistry is in the laboratory.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geography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/dʒiˈɒɡrəfi/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địa lý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In geography we study maps.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history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/ˈhɪstri/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lịch sử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History is my best subject.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literature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/ˈlɪtrətʃə/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ngữ văn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We read poems in literature.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education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/ˌedʒuˈkeɪʃn/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giáo dục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Physical education is on Friday.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revision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/rɪˈvɪʒn/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ôn tập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We do revision before every test.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break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/breɪk/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giờ nghỉ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There is a twenty-minute break at 9.30.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My favourite subject is…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I'm good at / bad at…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We have … on Monday.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double maths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after break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Grammar: Talking about a timetable: prepositions of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ON + day: on Monday, on Friday morning.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AT + clock time: at seven o'clock, at half past nine.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IN + part of the day / month / year: in the morning, in September.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3542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08576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No preposition with 'every': every day, every Monday.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U6L2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Preposition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Use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on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days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We have PE on Wednesday.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clock times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School starts at seven.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in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parts of the day, months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In the afternoon we have two lessons.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every…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We have maths every day.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We have double physics on Tuesday morning at half past nine.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In September the new timetable starts.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*in Monday*, *on the morning*, *at September* — Vietnamese uses 'vào' for all of them. Learn the three-word rule: ON days, AT times, IN longer periods.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We have double physics on Tuesday morning at half past nine.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Pronunciation: The endings -tion /ʃn/ and -sion /ʒn/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-TION is /ʃn/: educa-TION, informa-TION. -SION after a vowel is /ʒn/: revi-SION, televi-SION, deci-SION. The stress ALWAYS falls on the syllable just before the ending.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/ʃn/: education, information, question, competition, attention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/ʒn/: revision, television, decision, division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Stress: edu'CA-tion, re'VI-sion, informa'TION → infor'MA-tion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Pay atTENtion during the reviSION lesson.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The informaTION about the compeTItion is on the notice board.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Listening: The present continuous for future arrangements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arrangements people have already made for later. Two speakers, scripted dialogue, native English. It lasts 1:07.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57784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ELLLO — Sound Grammar · 1:07 · Two speakers, scripted dialogue, native English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U6.2-L1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asking for and offering things B. festivals in different months of the year C. arrangements people have already made for later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U6.2-L2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the number of the conversation (1-4) you hear each line 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No, I’m getting my teeth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He’s having it at his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Nice, I’m taking math too!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What are you doing tonight?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Thanks, but I can’t. I’m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U6.2-L3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Man: Why are you _____ early?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Man: Well, if you are _____ early, I’m leaving early too.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Woman: I’m _____ my mom for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Woman: We are _____ to the new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Man: What is _____ on tonight?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The school day in three countries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In Viet Nam, most secondary schools work in two shifts. The morning shift starts at seven and finishes at half past eleven; the afternoon shift runs from one to half past five. Students have five lessons of 45 minutes and a twenty-minute break. In Japan, school usually starts at half past eight and finishes at half past three. There is a long lunch break, and after the last lesson every student helps to clean the school for fifteen minutes — there are no cleaners. In Finland, school often starts at nine. Lessons are 45 minutes and after every lesson there is a 15-minute break outside, even in winter. Students have no uniform and very little homework, and the school day is one of the shortest in Europe.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U6.2-R1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information.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Country | Start | Finish | Special feature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Viet Nam | ___ | ___ | 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Japan | ___ | ___ | 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Finland | ___ | ___ | ___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U6.2-R2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three comparative sentences using the table.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(start early) 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(long day) 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(homework) ______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U6.2-G1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subject.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You study maps, rivers and countries: 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You study the past: 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You do experiments with chemicals: 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You study forces and electricity: ______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You read poems and stories: ______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U6.2-G1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subject.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You run and play sport: ______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U6.2-G2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stress pattern and the sound.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education → stress on ___ ; sound 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revision → stress on ___ ; sound 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information → stress on ___ ; sound 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television → stress on ___ ; sound 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competition → stress on ___ ; sound ___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U6.2-I1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Use on, at, in and the subjects.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______ Monday our first lesson is ______ ______ seven o'clock. ______ the morning we have four lessons. There is a break ______ half past nine. _____…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U6.2-I2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Do U6.2-S2 in your group and report.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U6.2-I2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Do U6.2-S2 in your group and report.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U6.2-S1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Tell your partner about your Tuesday. Use on, at and in correctly.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Model: 'On Tuesday we start at seven with maths. After break we have two lessons of literature.'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U6.2-S2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In groups of four, rank five subjects from the most to the least interesting. You must all agree.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Language: 'I think … is more interesting than … because…' 'I agree, but…' 'For me the most difficult is…'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Real-life English: Talking about school life with a foreign friend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What time does school start in your country?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How many lessons do you have a day?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Do you wear a uniform?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What's your favourite subject?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That's very different from here!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are chatting online with a student from another country. Ask and answer five questions about school life.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U6.2-W1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with on, at, in or – (no preposition).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We have PE ______ Friday.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School starts ______ seven o'clock.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______ the afternoon we have two lessons.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We have maths ______ every day.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The new term starts ______ September.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U6.2-W1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with on, at, in or – (no preposition).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There is a break ______ half past nine.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10 school subjects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on / at / in for time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-tion /ʃn/ and -sion /ʒn/ with stress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U6.2-H1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Vocabulary — Write the subject for each description.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U6.2-H2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Complete with on, at, in or –.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U6.2-H3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about your Monday timetable (5 sentences).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U6.2-H4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Pronunciation — Say these words five times with the stress just before the ending: education, information, competition, revision, television.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U6L2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