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1L2_1_A1-19-Can-Abilities.mp3" TargetMode="External"/><Relationship Id="rId3" Type="http://schemas.openxmlformats.org/officeDocument/2006/relationships/hyperlink" Target="../../../audio/FU11L3_1_A2-12-May-Might.mp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11  ·  LESSON 7  ·  PERIOD 85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LOOKING BACK &amp;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Unit 11 review and Design the Transport of 2050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recall the transport vocabulary of Unit 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might and possessive pronouns accurately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correct the six typical mistakes of the unit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design and pitch a vehicle for the future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Whose is it?  (6')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Collect six objects; play 'Whose is this?' with possessive pronouns.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Answer with possessive pronouns.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design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/dɪˈzaɪn/   (n/v)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thiết kế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Here is our design.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investor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/ɪnˈvestə/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nhà đầu tư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 class acts as investors.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pitch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/pɪtʃ/   (n/v)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bài thuyết trình chào hàng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Each group has a 2-minute pitch.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Our design solves…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 is designed to…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This means that…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The problem is…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Would you invest in it?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Unit 11 grammar in one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might / might not = possible (50%); will / won't = 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might never changes and never takes 'to'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possessive pronouns stand alone: mine, yours, his, hers, ours, theirs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 / can't for what a machine can 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Common mistake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might + bare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might rain.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*It mights rain / might to rain.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might not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She might not come.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*She might don't come.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possessive pronoun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This bag is mine.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*This is mine bag.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possessive adjective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This is my bag.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*This is mine bag.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can + bare verb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It can carry four people.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*It can to carry.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timetable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 train leaves at seven.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*The train will leave at seven (fixed timetable).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Our vehicle can carry six passengers and it might also work in a flood, although we are not sure. This design is ours; 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Add these six to the classroom wall 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Our vehicle can carry six passengers and it might also work in a flood, although we are not sure. This design…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Pronunciation: Unit 11 sounds review: final /l/, final /z/, three-syl…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Three checks: can I hear the /l/ in travel? the /z/ in hers? is 'comfortable' three syllables?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travel, hotel, people, school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hers, ours, theirs, yours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comfortable, convenient, reliable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Their hotel is more comfortable than ours, but ours is more convenient.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Looking Back — listen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No new recording. You hear this unit’s own recordings again: Can — talking about abilities · May and might.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5294376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U11L2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5440680"/>
            <a:ext cx="5294376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3"/>
              </a:rPr>
              <a:t>▶ U11L3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Recycled — this unit’s own verified recordings · replayed extracts · As in the original recordings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____________________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____________________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____________________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____________________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Your teacher plays six lines from this unit’s recordings. Write each 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____________________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The competition that built a bus stop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Two years ago, a school in Quang Ngai held a competition: design something that would make the journey to school better. Twenty-six teams entered. Most designs were vehicles — flying bicycles, solar cars, a boat with wheels. The winning idea was none of these. It was a bus stop. The team had noticed something simple: 140 students waited every morning at a place with no shelter, no seat and no light. In the rain they stood under the trees; in the dark, drivers could not see them. Their design was a small roof, two benches, a solar light and a board with the bus times. It cost 14 million dong. The commune paid half; parents paid the rest. 'Everybody wants to invent the future,' the teacher said afterwards. 'These students looked at what was already broken.'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was the competition?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How many teams entered?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What had the winning team noticed?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What four things were in their design, and what did it cost?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Explain the teacher's last sentence.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 car with no driver: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 railway under a city: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 person travelling on a bus: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easy to reach and use: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never breaks down: ______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 first model you build: ______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It mights rain tomorrow.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might to come.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This is mine bag.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That helmet is 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It can to carry four people.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Correct one mistake in each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The train will leave at seven every morning. (fixed timetable)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the five answers.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Finish your design and rehearse the pitch.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Finish your design and rehearse the pitch.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Pitch your design for two minutes. Everyone speaks. The class votes with 'money' cards.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Frame: 'The problem is… Our design is… It can… It is designed to… This means that… The problem is… Would you invest?'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Pitching and evaluating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Would you invest in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How much will it cost?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What happens if…?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I'd invest, because…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not convinced, because…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Investor panel: each group pitches; the class asks one question and votes.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eight sentences for your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1–2: the problem (with a number)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3: what it 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4–5: what it can do (can)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6: what it will do (will)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7: what it might do (might)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U11.7-W1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eight sentences for your design.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8: one honest problem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Transport vocabulary (26 items)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might / might not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possessive pronouns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can for machines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40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51383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for timetables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U11L7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Write 10 words from Unit 11 with Vietnamese meanings.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Choose the correct answer.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a description (110–130 words) of a journey you make, as it will be in 2050.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U11.7-H4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Prepare for Unit 12 — Write the names of five English-speaking countries and one fact about each.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U11L7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