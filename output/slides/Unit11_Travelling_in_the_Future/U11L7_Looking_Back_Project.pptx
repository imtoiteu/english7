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../audio/FU11L2_1_A1-19-Can-Abilities.mp3" TargetMode="External"/><Relationship Id="rId3" Type="http://schemas.openxmlformats.org/officeDocument/2006/relationships/hyperlink" Target="../../../audio/FU11L3_1_A2-12-May-Might.mp3" TargetMode="External"/><Relationship Id="rId4" Type="http://schemas.openxmlformats.org/officeDocument/2006/relationships/hyperlink" Target="https://elllo.org/book/A1/A1-19-Can-Abilities.html" TargetMode="External"/><Relationship Id="rId5" Type="http://schemas.openxmlformats.org/officeDocument/2006/relationships/hyperlink" Target="https://elllo.org/book/A2/A2-12-May-Might.htm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389120"/>
            <a:ext cx="6858000" cy="4114800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828800"/>
            <a:ext cx="5486400" cy="4572000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 11  ·  LESSON 7  ·  PERIOD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7F1FA"/>
                </a:solidFill>
                <a:latin typeface="Calibri"/>
              </a:rPr>
              <a:t>LOOKING BACK &amp;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Unit 11 review and Design the Transport of 2050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E7F1FA"/>
                </a:solidFill>
                <a:latin typeface="Calibri"/>
              </a:rPr>
              <a:t>English 7  ·  Let's start! 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Today we will learn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08760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recall the transport vocabulary of Unit 11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0592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50592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use might and possessive pronouns accurately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38144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38144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8386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correct the six typical mistakes of the unit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25696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25696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71416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71416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design and pitch a vehicle for the future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Warm-up: Whose is it?  (6')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Collect six objects; play 'Whose is this?' with possessive pronouns. Recycles Lesson 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</a:rPr>
              <a:t>👉 You: Answer with possessive pronouns.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design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/dɪˈzaɪn/   (n/v)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thiết kế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Here is our design.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investor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/ɪnˈvestə/   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nhà đầu tư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 class acts as investors.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pitch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/pɪtʃ/   (n/v)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bài thuyết trình chào hàng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Each group has a 2-minute pitch.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Useful phrases — learn them as one block!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0934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Our design solves…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6771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2257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It is designed to…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80944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35808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This means that…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94176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490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The problem is…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07408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62272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Would you invest in it?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Grammar: Unit 11 grammar in one page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might / might not = possible (50%); will / won't = sure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might never changes and never takes 'to'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1129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84448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possessive pronouns stand alone: mine, yours, his, hers, ours, theirs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535424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608576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can / can't for what a machine can do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669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Structure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Common mistake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might + bare verb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It might rain.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*It mights rain / might to rain.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might not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She might not come.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*She might don't come.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possessive pronoun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This bag is mine.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*This is mine bag.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possessive adjective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This is my bag.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*This is mine bag.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can + bare verb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It can carry four people.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*It can to carry.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timetable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The train leaves at seven.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*The train will leave at seven (fixed timetable).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Look at the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Our vehicle can carry six passengers and it might also work in a flood, although we are not sure. This design is ours; 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 careful! A very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23774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Add these six to the classroom wall list.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Calibri"/>
              </a:rPr>
              <a:t>👍 Say it like this:  Our vehicle can carry six passengers and it might also work in a flood, although we are not sure. This design…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Pronunciation: Unit 11 sounds review: final /l/, final /z/, three-syl…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B1B1B"/>
                </a:solidFill>
                <a:latin typeface="Calibri"/>
              </a:rPr>
              <a:t>Three checks: can I hear the /l/ in travel? the /z/ in hers? is 'comfortable' three syllables?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travel, hotel, people, school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9359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hers, ours, theirs, yours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68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52544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comfortable, convenient, reliable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Repeat after me — three times each!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Their hotel is more comfortable than ours, but ours is more convenient.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Listening: Looking Back — listen again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No new recording. You hear this unit’s own recordings again: Can — talking about abilities · May and might.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703320"/>
            <a:ext cx="10698480" cy="1435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1: just listen — do not write.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2: write your answers.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3: check with your partner.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248656"/>
            <a:ext cx="5294376" cy="512064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 w="19050">
            <a:solidFill>
              <a:srgbClr val="1E6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300" b="1">
                <a:solidFill>
                  <a:srgbClr val="142C4F"/>
                </a:solidFill>
                <a:hlinkClick r:id="rId2"/>
              </a:rPr>
              <a:t>▶ U11L2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35624" y="5248656"/>
            <a:ext cx="5294376" cy="512064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 w="19050">
            <a:solidFill>
              <a:srgbClr val="1E6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300" b="1">
                <a:solidFill>
                  <a:srgbClr val="142C4F"/>
                </a:solidFill>
                <a:hlinkClick r:id="rId3"/>
              </a:rPr>
              <a:t>▶ U11L3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824728"/>
            <a:ext cx="5294376" cy="512064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200" b="1">
                <a:solidFill>
                  <a:srgbClr val="0E7C66"/>
                </a:solidFill>
                <a:hlinkClick r:id="rId4"/>
              </a:rPr>
              <a:t>🌐 U11L2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35624" y="5824728"/>
            <a:ext cx="5294376" cy="512064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200" b="1">
                <a:solidFill>
                  <a:srgbClr val="0E7C66"/>
                </a:solidFill>
                <a:hlinkClick r:id="rId5"/>
              </a:rPr>
              <a:t>🌐 U11L3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428232"/>
            <a:ext cx="10698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Recycled — this unit’s own verified recordings · replayed extracts · As in the original recordings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U11.7-L1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Your teacher plays six lines from this unit’s recordings. Write each line.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____________________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____________________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____________________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____________________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____________________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U11.7-L1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Your teacher plays six lines from this unit’s recordings. Write each line.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____________________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Reading: The competition that built a bus stop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484632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10332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1B1B1B"/>
                </a:solidFill>
                <a:latin typeface="Calibri"/>
              </a:rPr>
              <a:t>Two years ago, a school in Quang Ngai held a competition: design something that would make the journey to school better. Twenty-six teams entered. Most designs were vehicles — flying bicycles, solar cars, a boat with wheels. The winning idea was none of these. It was a bus stop. The team had noticed something simple: 140 students waited every morning at a place with no shelter, no seat and no light. In the rain they stood under the trees; in the dark, drivers could not see them. Their design was a small roof, two benches, a solar light and a board with the bus times. It cost 14 million dong. The commune paid half; parents paid the rest. 'Everybody wants to invent the future,' the teacher said afterwards. 'These students looked at what was already broken.'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U11.7-R1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Answer the questions.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was the competition?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How many teams entered?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What had the winning team noticed?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What four things were in their design, and what did it cost?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Explain the teacher's last sentence.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U11.7-G1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a car with no driver: 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a railway under a city: ______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a person travelling on a bus: ______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easy to reach and use: ______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it never breaks down: ______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U11.7-G1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the first model you build: ______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U11.7-G2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Correct one mistake in each sentence.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It mights rain tomorrow.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She might to come.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This is mine bag.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That helmet is 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It can to carry four people.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U11.7-G2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Correct one mistake in each sentence.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The train will leave at seven every morning. (fixed timetable)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U11.7-I1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Complete the text.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Write the five answers.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U11.7-I2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Finish your design and rehearse the pitch.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U11.7-I2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10698480" cy="219456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011680"/>
            <a:ext cx="100584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 i="0">
                <a:solidFill>
                  <a:srgbClr val="1B1B1B"/>
                </a:solidFill>
                <a:latin typeface="Calibri"/>
              </a:rPr>
              <a:t>Finish your design and rehearse the pitch.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U11.7-S1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Pitch your design for two minutes. Everyone speaks. The class votes with 'money' cards.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Frame: 'The problem is… Our design is… It can… It is designed to… This means that… The problem is… Would you invest?'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Real-life English: Pitching and evaluating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6304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Would you invest in it?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How much will it cost?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62656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08376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What happens if…?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12464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I'd invest, because…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07992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I'm not convinced, because…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Role play — in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256032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Investor panel: each group pitches; the class asks one question and votes.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⏱ 2 minutes to prepare  ·  2 minutes to perform  ·  then swap roles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Do not read! Look at your partner.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U11.7-W1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eight sentences for your design.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1–2: the problem (with a number)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3: what it 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4–5: what it can do (can)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6: what it will do (will)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7: what it might do (might)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U11.7-W1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eight sentences for your design.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8: one honest problem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Let's remember today's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Transport vocabulary (26 items)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might / might not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possessive pronouns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48056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55371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can for machines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44068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51383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present simple for timetables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Homework — write it in your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9344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U11.7-H1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09344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Vocabulary — Write 10 words from Unit 11 with Vietnamese meanings.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23744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U11.7-H2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786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Grammar — Choose the correct answer.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93008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U11.7-H3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47872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Writing — Write a description (110–130 words) of a journey you make, as it will be in 2050.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62272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17136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U11.7-H4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17136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Prepare for Unit 12 — Write the names of five English-speaking countries and one fact about each.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Homework Book, section U11L7   ·   See you next lesson!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