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11L2_1_A1-19-Can-Abilities.mp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11  ·  LESSON 2  ·  PERIOD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Describing vehicles and inventions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ten adjectives and verbs to describe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final /l/ and three-syllable words correctly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describe a vehicle in four sentences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explain what a machine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Transport word race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Teams write as many transport words as possible in 60 seconds. Recycles Unit 7 and Lesson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Write words in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comfortable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/ˈkʌmftəbl/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thoải mái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seats are very comfortable.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convenient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/kənˈviːniənt/   (adj)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tiện lợi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station is convenient for our school.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/rɪˈlaɪəbl/   (adj)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đáng tin cậy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old bus is slow but reliable.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affordable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/əˈfɔːdəbl/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vừa túi tiền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need affordable transport.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pollution-free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/pəˈluːʃn friː/   (adj)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không gây ô nhiễm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Bicycles are pollution-free.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passenger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/ˈpæsɪndʒə/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hành khách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It carries twelve passengers.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/ˈfjuːəl/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nhiên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What fuel does it use?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/tʃɑːdʒ/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You charge it at home overnight.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carry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/ˈkæri/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chở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It can carry two people and a bicycle.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/fləʊt/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In a flood, it floats.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carry X passengers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run on 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charge it overnight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can + verb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is designed for…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Describing what a machine does: can, it is designed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can + bare verb for ability: It can carry two people. It can float.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can't for what it cannot do: It can't travel more than 60 kilometres.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'It is designed for…' + noun / V-ing: It is designed for narrow streets. / It is designed for carrying heavy 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Adjectives with -able often describe machines: comfortable, reliable, affordable, washable.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ability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can +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can carry four passengers.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can't + 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can't go faster than 45 km/h.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is designed for…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is designed for flooded streets.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fuel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runs on…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runs on solar power.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Our vehicle can carry two passengers and it can float in 50 centimetres of water.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It is designed for the narrow lanes in old towns, so it is only one metre wide.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*It can to carry* (no 'to'), *It cans carry* (no -s), *It is designed for carry* (→ 'for carrying' or 'to carry').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Our vehicle can carry two passengers and it can float in 50 centimetres of water.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Three- and four-syllable words; final /l/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'COM-for-table (3 syllables, not 4!), con-VE-nient, re-LI-a-ble, a-FFOR-da-ble. All four end with the dark /l/ or a weak syllable.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'comfortable /ˈkʌmftəbl/ (3 syllables)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con'venient (oOoo)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re'liable (oOoo)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a'ffordable (oOoo)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 new bus is comfortable, convenient and affordable.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 reliable vehicle is more useful than a beautiful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Can — talking about 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what people can and cannot do. Two speakers, scripted dialogue, native English. It lasts 2:00.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ELLLO — Sound Grammar · 2:00 · Two speakers, scripted dialogue, native English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people can and cannot do B. countries, nationalities and languages C. joining ideas with but, so and because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Yeah. I hear Kanji is really difficult.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That's not too bad. Can you make pancakes?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No, thanks. I can't sing at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Yeah. I can play football. I like it a lot, but I'm not great.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No, but I can read it. Writing is really difficult.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Woman: What sports _____ you play?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Man: I _____ play baseball a bit and I can play tennis pretty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Man: What languages can you _____?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I can _____ Japanese and French.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Man: No, I _____ even make that.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What makes good transport?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Ask an engineer what makes good public transport and you will not hear the word 'fast' first. You will hear four other words. RELIABLE. A bus that comes every twenty minutes, always, is more useful than a bus that sometimes comes in five minutes and sometimes in an hour. People can plan around 'always'. AFFORDABLE. If a journey costs more than about ten per cent of a daily wage, people will walk instead — however comfortable the bus is. CONVENIENT. A station four hundred metres from your house is used; a station two kilometres away, with no path, is not. SAFE. Parents decide how children travel. If a route feels dangerous, a child will not be allowed to use it, whatever the timetable says. Speed matters too, of course. But a slow bus that comes every ten minutes beats a fast one that comes twice a 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four words does an engineer say first?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Why is a regular bus better than a sometimes-fast 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happens if a journey costs too much?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Why does the writer mention parents?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Explain the last sentence.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comfortable, convenient, reliable, affordable, pollution-free.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The bus always comes on time — it is very ______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The seats are soft and wide: very ______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It only costs 5,000 dong, so it is ______ for everybody.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 station is 200 metres from my house, which is very ______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 bicycle produces no smoke, so it is ______ 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description.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It ______ carry four passengers.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It ______ travel more than 80 kilometres. (limit)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It ______ narrow streets. (purpose)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It ______ float in 50 centimetres of water.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It can to carry four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It cans float.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It is designed for carry heavy boxes.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 bus runs by electricity.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This car is very confortable.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U11.2-S2 and report your group's choice with two reasons.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U11.2-S2 and report your group's choice with two reasons.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Look at a picture card and describe the vehicle in four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What it is / what it can do / what it runs on / who it is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fours, rank four vehicles for YOUR town using the four criteria (reliable, affordable, convenient, safe).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Vehicles: electric bus / cable car / bicycle path / underground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Explaining how something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works like this…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First you…, then it…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can…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The clever part is…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The problem is…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Explain a simple machine (a bicycle, a fan, a lift) to somebody who has never seen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four sentences about a vehicle you know or imagine.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it is: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it can do (2 things):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it runs on: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Who it is designed for: ______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10 vehicle adjectives and verbs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can / can't + bare verb; is designed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three-syllable stress and final /l/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passenger, fuel, charge, carry, float.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four sentences about a vehicle using can, can't, runs on and is designed for.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 description (70–80 words) of the best kind of transport for your town.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four words five times: comfortable (3 syllables!), convenient, reliable, affordable.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U11L2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