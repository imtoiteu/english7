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12  ·  LESSON 1  ·  PERIOD 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REVIEW &amp;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Review 4 (Units 10–12 and the whole 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revise the key language of Units 10–12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revise the twelve grammar points of the year in one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correct the 18 typical errors of Units 10–12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prepare for the end-of-year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The year in ten words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Teams write ten words they learned this year, one from each unit if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Recall vocabulary from the whole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The whole year in one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PRESENT SIMPLE — habits, facts, timetables (Units 1, 6, 9, 11)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PRESENT CONTINUOUS — now, this week, fixed future arrangements (Unit 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PAST SIMPLE — finished actions with a time word (Units 3, 12)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PRESENT PERFECT — experiences with no time given (Unit 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057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habit / fact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present simple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go to school by bike.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now / arranged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am/is/are + V-ing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We are visiting Hue on Friday.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finished past (with time)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We cleaned the beach last Sunday.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life experience (no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have/has + 3rd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have never been abroad.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prediction / promise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will / won't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Solar power will be cheaper.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possibility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might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might rain.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advice / rule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should / must / mustn't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You must wear a helmet.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-er/more … than; the -est/most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Rock is louder than folk music.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much/many/a little/a few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How much sugar? How many eggs?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although / but / however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Although it was long, I liked 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 usually cycle to school, but this week I am walking because my bike is broken. Last year I fell off at the crossroads…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For the test, the three commonest tense errors of the year are: *Yesterday I go*, *Look! He plays*, and *I have been there last year*.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 usually cycle to school, but this week I am walking because my bike is broken. Last year I fell off at the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The five pronunciation points of the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1. Final consonants (book, food, first). 2. -s endings (/s/ /z/ /ɪz/). 3. -ed endings (/t/ /d/ /ɪd/). 4. Word stress (edu'CA-tion, 'COM-for-table). 5. Sentence stress and weak forms (a bowl of soup, You should DRINK water).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book, food, first, island,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likes /s/ – plays /z/ – watches /ɪz/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helped /t/ – cleaned /d/ – visited /ɪd/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edu'CA-tion, com'PU-ter, 'COM-for-table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My teacher likes bird-watching; last month she visited three islands and helped clean the beach.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52: Taking Chances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trying something new and taking a chance. American English — VOA’s professional actors (Anna, Pete, Marsha, Ms. Weaver…), slowed learner delivery. It lasts 3:42.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3:42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how much and how many of things people have B. changing the plan when something goes wrong C. trying something new and taking a chance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Review of Lessons 53 - 52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Let's Learn English Certificate of Achievement Level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did it - Washington, D.C.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had to find out where to eat, where to shop, where to meet people and how to get around the 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Here, here, let me help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Kelly: Well, today we _____ meet a woman and -- her acting career has really taken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Kelly, I _____ be acting in three movies.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If you _____ print it, take a photo of yourself holding it and share it with us via email: learningenglish [at] voanews.com.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Review reading: a letter looking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Dear Ms Hoa, You asked us to write about our English year, so here is mine. In September I could not speak for thirty seconds without stopping. I understood the grammar, but when you asked me a question in class my mind went completely empty. I answered 'yes' to everything, including questions that were not yes/no questions. Three things changed that. The first was the hobby talk in Unit 1. It was only one minute, but I practised it eleven times at home and when I finished, nobody laughed. The second was the road safety project. My group counted the motorbikes at the crossroads — 1,340 in one morning — and we made a poster. I had to say four sentences in front of two classes. My hands were shaking, but I said them. The third was the repair phrases in Unit 12. 'Sorry, could you say that again, please?' Six words. Now, when I don't understand, I don't panic; I just say it. I have never be…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in full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was Khang's problem in September?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three things changed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How many times did he practise the hobby talk?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did his group count, and what was the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What happened last month, and how does he describe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in the letter: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two past simple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two present perfect sentences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one 'when' clause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one contrast connector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word from Units 10–12.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energy from the sun: s______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it never runs out: r______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dirty air and water: p______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 car with no driver: d______ 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 person travelling on a bus: p______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word from Units 10–12.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the number of people in a country: p______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a famous place people recognise: l______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somebody who learned English as a baby: n______ s______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Circle the correct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He (like / likes) football.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Look! It (rains / is raining).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Yesterday we (clean / cleaned) the beach.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have never (be / been) abroad.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(have been / went) to Hue last year.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Circle the correct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Solar energy (will be / will to be) cheaper.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It (might / mights) 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You (must / must to) wear a helmet.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9. Rock is (louder / more louder) than folk music.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10. How (much / many) sugar do we need?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(3/3)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Circle the correct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11. (Although / However) it was long, I liked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12. I saw (a / the) temple for the first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She will goes to Hanoi.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We will to save energy.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It willn't rain.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think it won't be cold.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will rain probably.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Because it was hot so we used the fan.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It mights rain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She might to 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9. This is mine bag.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10. That helmet is 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(3/4)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11. It can to carry four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12. The train will leave at seven every morning.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13. I have never not been abroad.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14. I have been to Hanoi last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15. Have you ever went to Hue?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(4/4)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16. It is the largest country of the world.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17. It is one of the most famous place in Asia.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18. She is vietnamese.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Look at the whole year's wall list (72 sentences). Choose the THREE errors you still make and write the correct sentence three times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Then tell your partner why each one is wrong.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Work in pairs. Talk for two minutes on ONE card. Your partner asks two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Card A: Energy — how my family uses it and what will change by 2050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Card B: A journey I make, and how it will be different in the 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Card C: An English-speaking country I would like to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Card D: My English year — what I have learned and what I will do next year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Reflecting on your own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At the beginning of the year I couldn't…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Now I can…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The hardest thing was…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proud that…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Next year I will…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In pairs, tell each other three things you can do now that you could not do in September.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Choose ONE and write 110–140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Energy in 2050 (situation now – predictions – problem – opinion).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A journey in the future (now – future – feeling – what might be lost).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An email to a pen friend (four paragraphs).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The twelve grammar points of the year in one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The five pronunciation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Each student's own three weak points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REV4L1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REV4-H1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Revision — Learn the 18 wall-list corrections of Units 10–12.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REV4-H2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one correct sentence for each of the twelve grammar points in the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REV4-H3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chosen text from REV4-W1 (110–140 words).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REV4-H4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Prepare all four speaking cards. Practise each for two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REV4L1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