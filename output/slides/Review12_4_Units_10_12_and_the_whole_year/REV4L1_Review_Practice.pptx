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../audio/FREV4L1_1_8259e341-9066-4896-af3d-f62d738d0948_hq.mp3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389120"/>
            <a:ext cx="6858000" cy="4114800"/>
          </a:xfrm>
          <a:prstGeom prst="ellipse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78240" y="-1828800"/>
            <a:ext cx="5486400" cy="4572000"/>
          </a:xfrm>
          <a:prstGeom prst="ellipse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UNIT 12  ·  LESSON 1  ·  PERIOD 93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7F1FA"/>
                </a:solidFill>
                <a:latin typeface="Calibri"/>
              </a:rPr>
              <a:t>REVIEW &amp; PRACTICE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Review 4 (Units 10–12 and the whole year)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035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E7F1FA"/>
                </a:solidFill>
                <a:latin typeface="Calibri"/>
              </a:rPr>
              <a:t>English 7  ·  Let's start! 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Today we will learn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63040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508760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508760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revise the key language of Units 10–12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50592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450592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496312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496312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revise the twelve grammar points of the year in one map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38144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438144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48386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483864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correct the 18 typical errors of Units 10–12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25696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425696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471416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471416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prepare for the end-of-year test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Warm-up: The year in ten words  (5')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420624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Teams write ten words they learned this year, one from each unit if possible.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852160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1">
                <a:solidFill>
                  <a:srgbClr val="6B7280"/>
                </a:solidFill>
                <a:latin typeface="Calibri"/>
              </a:rPr>
              <a:t>👉 You: Recall vocabulary from the whole year.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Grammar: The whole year in one 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36192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PRESENT SIMPLE — habits, facts, timetables (Units 1, 6, 9, 11)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8716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PRESENT CONTINUOUS — now, this week, fixed future arrangements (Unit 6)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1129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84448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PAST SIMPLE — finished actions with a time word (Units 3, 12)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535424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608576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PRESENT PERFECT — experiences with no time given (Unit 12)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REV4L1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40574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Structure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habit / fact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present simple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 go to school by bike.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now / arranged future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am/is/are + V-ing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We are visiting Hue on Friday.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finished past (with time)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past simple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We cleaned the beach last Sunday.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life experience (no time)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have/has + 3rd form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 have never been abroad.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prediction / promise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will / won't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Solar power will be cheaper.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possibility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might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It might rain.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advice / rule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should / must / mustn't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You must wear a helmet.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comparison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-er/more … than; the -est/most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Rock is louder than folk music.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much/many/a little/a few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How much sugar? How many eggs?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44058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contrast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although / but / however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Although it was long, I liked it.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Look at the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2763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I usually cycle to school, but this week I am walking because my bike is broken. Last year I fell off at the crossroads…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Be careful! A very common mistake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23774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For the test, the three commonest tense errors of the year are: *Yesterday I go*, *Look! He plays*, and *I have been there last year*.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Calibri"/>
              </a:rPr>
              <a:t>👍 Say it like this:  I usually cycle to school, but this week I am walking because my bike is broken. Last year I fell off at the 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Pronunciation: The five pronunciation points of the year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B1B1B"/>
                </a:solidFill>
                <a:latin typeface="Calibri"/>
              </a:rPr>
              <a:t>1. Final consonants (book, food, first). 2. -s endings (/s/ /z/ /ɪz/). 3. -ed endings (/t/ /d/ /ɪd/). 4. Word stress (edu'CA-tion, 'COM-for-table). 5. Sentence stress and weak forms (a bowl of soup, You should DRINK water).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80360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2608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book, food, first, island, month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93592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39312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likes /s/ – plays /z/ – watches /ɪz/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06824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52544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helped /t/ – cleaned /d/ – visited /ɪd/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020056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065776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edu'CA-tion, com'PU-ter, 'COM-for-table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Repeat after me — three times each!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My teacher likes bird-watching; last month she visited three islands and helped clean the beach.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Listening: Lesson 52: Taking Chances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182880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You will hear a real recording: trying something new and taking a chance. American English — VOA’s professional actors (Anna, Pete, Marsha, Ms. Weaver…), slowed learner delivery. It lasts 3:42.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2336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1: just listen — do not write.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2: write your answers.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3: check with your partner.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440680"/>
            <a:ext cx="10698480" cy="530352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 w="19050">
            <a:solidFill>
              <a:srgbClr val="1E6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500" b="1">
                <a:solidFill>
                  <a:srgbClr val="142C4F"/>
                </a:solidFill>
                <a:hlinkClick r:id="rId2"/>
              </a:rPr>
              <a:t>▶ Play audio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062472"/>
            <a:ext cx="10698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 i="0">
                <a:solidFill>
                  <a:srgbClr val="6B7280"/>
                </a:solidFill>
                <a:latin typeface="Calibri"/>
              </a:rPr>
              <a:t>VOA Learning English — Let’s Learn English, Level 1 · 3:42 · American English — VOA’s professional actors (Anna, Pete, Marsha, Ms. Weaver…), slowed learner delivery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REV4L1-L1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once. Choose the best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is the recording mainly about?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how much and how many of things people have B. changing the plan when something goes wrong C. trying something new and taking a chance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REV4L1-L2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again. Write T (true) or F (false).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Review of Lessons 53 - 52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Let's Learn English Certificate of Achievement Level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I did it - Washington, D.C.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I had to find out where to eat, where to shop, where to meet people and how to get around the city.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Here, here, let me help you.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REV4L1-L3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 more and write the missing 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Kelly: Well, today we _____ meet a woman and -- her acting career has really taken off.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Anna: Kelly, I _____ be acting in three movies.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If you _____ print it, take a photo of yourself holding it and share it with us via email: learningenglish [at] voanews.com.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Reading: Review reading: a letter looking back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484632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54480"/>
            <a:ext cx="103327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1B1B1B"/>
                </a:solidFill>
                <a:latin typeface="Calibri"/>
              </a:rPr>
              <a:t>Dear Ms Hoa, You asked us to write about our English year, so here is mine. In September I could not speak for thirty seconds without stopping. I understood the grammar, but when you asked me a question in class my mind went completely empty. I answered 'yes' to everything, including questions that were not yes/no questions. Three things changed that. The first was the hobby talk in Unit 1. It was only one minute, but I practised it eleven times at home and when I finished, nobody laughed. The second was the road safety project. My group counted the motorbikes at the crossroads — 1,340 in one morning — and we made a poster. I had to say four sentences in front of two classes. My hands were shaking, but I said them. The third was the repair phrases in Unit 12. 'Sorry, could you say that again, please?' Six words. Now, when I don't understand, I don't panic; I just say it. I have never be…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REV4-R1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Answer in full sentences.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was Khang's problem in September?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What three things changed it?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How many times did he practise the hobby talk?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What did his group count, and what was the number?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What happened last month, and how does he describe it?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REV4-R2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Find in the letter: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two past simple sentences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two present perfect sentences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one 'when' clause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one contrast connector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word from Units 10–12.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energy from the sun: s______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it never runs out: r______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dirty air and water: p______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a car with no driver: d______ car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a person travelling on a bus: p______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word from Units 10–12.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6. the number of people in a country: p______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7. a famous place people recognise: l______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8. somebody who learned English as a baby: n______ s______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(1/3)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Circle the correct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He (like / likes) football.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Look! It (rains / is raining).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Yesterday we (clean / cleaned) the beach.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I have never (be / been) abroad.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I (have been / went) to Hue last year.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(2/3)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Circle the correct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6. Solar energy (will be / will to be) cheaper.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7. It (might / mights) rain.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8. You (must / must to) wear a helmet.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9. Rock is (louder / more louder) than folk music.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10. How (much / many) sugar do we need?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(3/3)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Circle the correct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11. (Although / However) it was long, I liked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12. I saw (a / the) temple for the first time.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  (1/4)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Correct one mistake in each sentence.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She will goes to Hanoi.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We will to save energy.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It willn't rain.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I think it won't be cold.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It will rain probably.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  (2/4)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Correct one mistake in each sentence.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6. Because it was hot so we used the fan.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7. It mights rain tomorrow.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8. She might to come.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9. This is mine bag.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10. That helmet is her.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  (3/4)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Correct one mistake in each sentence.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11. It can to carry four people.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12. The train will leave at seven every morning.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13. I have never not been abroad.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14. I have been to Hanoi last year.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15. Have you ever went to Hue?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  (4/4)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Correct one mistake in each sentence.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16. It is the largest country of the world.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17. It is one of the most famous place in Asia.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18. She is vietnamese.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Look at the whole year's wall list (72 sentences). Choose the THREE errors you still make and write the correct sentence three times each.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Then tell your partner why each one is wrong.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REV4-S1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Work in pairs. Talk for two minutes on ONE card. Your partner asks two questions.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Card A: Energy — how my family uses it and what will change by 2050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Card B: A journey I make, and how it will be different in the future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Card C: An English-speaking country I would like to visit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Card D: My English year — what I have learned and what I will do next year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Real-life English: Reflecting on your own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46304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0876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At the beginning of the year I couldn't…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12848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58568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Now I can…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62656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08376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The hardest thing was…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12464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I'm proud that…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62272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507992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Next year I will…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Role play — in pairs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256032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In pairs, tell each other three things you can do now that you could not do in September.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⏱ 2 minutes to prepare  ·  2 minutes to perform  ·  then swap roles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Do not read! Look at your partner.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Choose ONE and write 110–140 words.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Energy in 2050 (situation now – predictions – problem – opinion).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B. A journey in the future (now – future – feeling – what might be lost).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C. An email to a pen friend (four paragraphs).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Let's remember today's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The twelve grammar points of the year in one map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The five pronunciation checks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2044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9359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Each student's own three weak points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Homework — write it in your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09344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REV4-H1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609344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Revision — Learn the 18 wall-list corrections of Units 10–12.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23744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578608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REV4-H2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578608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Grammar — Write one correct sentence for each of the twelve grammar points in the map.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93008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547872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REV4-H3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547872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Writing — Write your chosen text from REV4-W1 (110–140 words).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62272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17136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REV4-H4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517136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Speaking — Prepare all four speaking cards. Practise each for two minutes.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8932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</a:rPr>
              <a:t>Homework Book, section REV4L1   ·   See you next lesson!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