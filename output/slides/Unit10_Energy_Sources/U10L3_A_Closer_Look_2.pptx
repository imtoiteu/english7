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3  ·  PERIOD 72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The future simple: will and won't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predictions about the future with will and won't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questions about the future with will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 think… will…' and 'I don't think… will…'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own future in five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Fortune teller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'predicts' three funny things about students ('You'll be a famous chef!'). Elicit the structure.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notice 'will'.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future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/ˈfjuːtʃə/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tương lai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future we will use more solar energy.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predict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/prɪˈdɪkt/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 đoán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Scientists predict a hotter climate.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probably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/ˈprɒbəbli/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will probably rain tomorrow.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Prices will certainly rise.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run 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/rʌn aʊt/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cạn kiệt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Oil will run out one 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replace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/rɪˈpleɪs/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thế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power will replace coal.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 will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won't … at 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Future simple: will / won't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predictions and things we are sure about: Solar energy will be cheaper.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 will not) for negative predictions: Coal won't disappear immediately.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is the same for all subjects — no -s, no 'to'.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Will + subject + bare verb? – Yes, it will. / No, it won't.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txBody>
                  <a:tcPr>
                    <a:solidFill>
                      <a:srgbClr val="0E7C66"/>
                    </a:solidFill>
                  </a:tcPr>
                </a:tc>
                <a:tc>
                  <a:txBody>
                    <a:bodyPr/>
                    <a:lstStyle/>
                    <a:p>
                      <a:r>
                        <a:rPr sz="1600" b="1">
                          <a:solidFill>
                            <a:srgbClr val="FFFFFF"/>
                          </a:solidFill>
                          <a:latin typeface="Calibri"/>
                        </a:rPr>
                        <a:t>Form</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Solar energy will be cheaper.</a:t>
                      </a:r>
                    </a:p>
                  </a:txBody>
                  <a:tcPr>
                    <a:solidFill>
                      <a:srgbClr val="E3F3EE"/>
                    </a:solidFill>
                  </a:tcPr>
                </a:tc>
              </a:tr>
              <a:tr h="566928">
                <a:tc>
                  <a:txBody>
                    <a:bodyPr/>
                    <a:lstStyle/>
                    <a:p>
                      <a:r>
                        <a:rPr sz="1600" b="0">
                          <a:solidFill>
                            <a:srgbClr val="1B1B1B"/>
                          </a:solidFill>
                          <a:latin typeface="Calibri"/>
                        </a:rPr>
                        <a:t>–</a:t>
                      </a:r>
                    </a:p>
                  </a:txBody>
                  <a:tcPr>
                    <a:solidFill>
                      <a:srgbClr val="FFFFFF"/>
                    </a:solidFill>
                  </a:tcPr>
                </a:tc>
                <a:tc>
                  <a:txBody>
                    <a:bodyPr/>
                    <a:lstStyle/>
                    <a:p>
                      <a:r>
                        <a:rPr sz="1600" b="0">
                          <a:solidFill>
                            <a:srgbClr val="1B1B1B"/>
                          </a:solidFill>
                          <a:latin typeface="Calibri"/>
                        </a:rPr>
                        <a:t>won't + bare verb</a:t>
                      </a:r>
                    </a:p>
                  </a:txBody>
                  <a:tcPr>
                    <a:solidFill>
                      <a:srgbClr val="FFFFFF"/>
                    </a:solidFill>
                  </a:tcPr>
                </a:tc>
                <a:tc>
                  <a:txBody>
                    <a:bodyPr/>
                    <a:lstStyle/>
                    <a:p>
                      <a:r>
                        <a:rPr sz="1600" b="0">
                          <a:solidFill>
                            <a:srgbClr val="1B1B1B"/>
                          </a:solidFill>
                          <a:latin typeface="Calibri"/>
                        </a:rPr>
                        <a:t>Coal won't disappear immediately.</a:t>
                      </a:r>
                    </a:p>
                  </a:txBody>
                  <a:tcPr>
                    <a:solidFill>
                      <a:srgbClr val="FFFFFF"/>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subject + verb?</a:t>
                      </a:r>
                    </a:p>
                  </a:txBody>
                  <a:tcPr>
                    <a:solidFill>
                      <a:srgbClr val="E3F3EE"/>
                    </a:solidFill>
                  </a:tcPr>
                </a:tc>
                <a:tc>
                  <a:txBody>
                    <a:bodyPr/>
                    <a:lstStyle/>
                    <a:p>
                      <a:r>
                        <a:rPr sz="1600" b="0">
                          <a:solidFill>
                            <a:srgbClr val="1B1B1B"/>
                          </a:solidFill>
                          <a:latin typeface="Calibri"/>
                        </a:rPr>
                        <a:t>Will electric cars be normal? – Yes, they will.</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will + adverb + verb</a:t>
                      </a:r>
                    </a:p>
                  </a:txBody>
                  <a:tcPr>
                    <a:solidFill>
                      <a:srgbClr val="FFFFFF"/>
                    </a:solidFill>
                  </a:tcPr>
                </a:tc>
                <a:tc>
                  <a:txBody>
                    <a:bodyPr/>
                    <a:lstStyle/>
                    <a:p>
                      <a:r>
                        <a:rPr sz="1600" b="0">
                          <a:solidFill>
                            <a:srgbClr val="1B1B1B"/>
                          </a:solidFill>
                          <a:latin typeface="Calibri"/>
                        </a:rPr>
                        <a:t>It will probably rain.</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 will …</a:t>
                      </a:r>
                    </a:p>
                  </a:txBody>
                  <a:tcPr>
                    <a:solidFill>
                      <a:srgbClr val="E3F3EE"/>
                    </a:solidFill>
                  </a:tcPr>
                </a:tc>
                <a:tc>
                  <a:txBody>
                    <a:bodyPr/>
                    <a:lstStyle/>
                    <a:p>
                      <a:r>
                        <a:rPr sz="1600" b="0">
                          <a:solidFill>
                            <a:srgbClr val="1B1B1B"/>
                          </a:solidFill>
                          <a:latin typeface="Calibri"/>
                        </a:rPr>
                        <a:t>I don't think oil will last 50 years.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houses in Viet Nam will have solar panels.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petrol cars will disappear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we still use coal in 2050? – Some countries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*She wills go* (no -s), *will to go* (no 'to'), *I think it won't rain* (English prefers 'I don't think it will rain').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houses in Viet Nam will have solar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contraction 'll and weak 'will'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'will' becomes 'll and almost disappears: I'll /aɪl/, we'll /wiːl/, it'll /ˈɪtl/, they'll /ðeɪl/. 'Won't' is /wəʊnt/ — long and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/aɪl/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we'll /wiːl/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it'll /ˈɪtl/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they'll /ðeɪl/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turn off the lights. We'll save money.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probably rain, so they'll stay at home.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won't forget. I don't want to forget.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Will — predictions and promises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predictions and promises about the future. Two speakers, scripted dialogue, native English. It lasts 3:02.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festivals in different months of the year C. predictions and promises about the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will begin at 12 and will go until 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play at the new soccer field by City Café.</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will go to the beach with my family.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is your French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Matt won’t be there, but everyone else will.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Good, but it _____ finish next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Oh, _____ you take the next course?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Yes, I _____ I’ll go.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 _____ stay long, maybe two or three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Five predictions for 2040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Nobody can see the future, but here are five things that most scientists agree about. 1. Solar power will be the cheapest electricity in most of the world. In some places it already is. 2. Petrol cars won't disappear, but they will become a small minority in cities. Many countries will stop selling new ones. 3. Air conditioning will use much more electricity than today, because the world will be hotter and more people will be able to afford it. This is a real problem for hot countries like Viet Nam. 4. Batteries will get much better and much cheaper. Storage, not production, will be the key. 5. And one prediction that is not about technology at all: the countries that manage best will be the ones that waste least. A kilowatt you don't use is always the cheapest kilowatt.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will be the cheapest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Will petrol cars disappear? Explain.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will air conditioning use more electricity? (two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will be 'the key'?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prediction 5 in your own words.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with will or won't.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panels /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electric cars / normal in cities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 cooler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 important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 and a short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 be cheaper?) – Yes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soon?) – No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use more energy?) – Yes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(petrol cars / disappear?) – No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 next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willn't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rain tomorrow.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Will you to help 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will probably to be hot.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U10.3-S1 and report one agreement and one disagreement.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U10.3-S1 and report one agreement and one disagreement.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each prediction and say whether you agree,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every house in Viet Nam will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Petrol motorbikes will disappear from Vietnamese cities.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won't use paper books in 2040.</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People will work four days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will be hotter in 2040.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five things about your own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I'll…, I won't…, I'll probably…, I don't think I'll…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the future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so too.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so sure.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optimistic!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you're right.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Only time will tell.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discuss three predictions about their town in 2040. Agree on one and disagree on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predictions.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______ be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______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think batteries ______ be much better.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think oil ______ last for ever. (+ after 'don't think')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world ______ probably be hotter.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 bare verb</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subject + verb?</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 / will certainly</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or won't.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with 'I don't think… will…'.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predictions about your town or your school in 2040.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sentences five times with the contraction: I'll help you. We'll save money. It'll be hot. They'll come. I won't forget.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