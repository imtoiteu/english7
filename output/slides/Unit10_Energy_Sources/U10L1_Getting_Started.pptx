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1  ·  PERIOD 72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Where does our energy come from?</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sources of energy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which sources are renewable and which are not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electricity at home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energy in their house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Where does it come from?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Point at the light, the fan, the phone. Ask: 'Where does the energy come from?' Accept Vietnamese; give English.</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Suggest energy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energy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/ˈenədʒi/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use a lot of energy every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electricity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/ɪˌlekˈtrɪsəti/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Electricity is expensive in summer.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coal</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/kəʊl/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than đá</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Coal is a traditional source of energy.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solar energy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/ˈsəʊlə ˈenədʒi/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 mặt trời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Solar energy is free after you buy the panels.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wind power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/ˈwɪnd paʊə/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năng lượng gió</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Wind power is growing in Ninh Thuan.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hydro power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/ˈhaɪdrəʊ paʊə/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thủy điện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Viet Nam uses a lot of hydro power.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renewable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/rɪˈnjuːəbl/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tái tạo được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Sun and wind are renewable.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save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/seɪv/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tiết kiệm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off the lights to save energy.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on / turn off</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use energy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save electricity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 out of…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good for the environment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Countable and uncountable energy words (recycled from Unit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Most energy words are UNCOUNTABLE: energy, electricity, coal, oil, gas, water. No plural, and they take IS.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But: a solar panel, two wind turbines, three power stations — these are countable.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Quantities: a lot of energy, a little electricity, too much coal.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graphicFrame>
        <p:nvGraphicFramePr>
          <p:cNvPr id="8" name="Table 7"/>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800" b="1">
                          <a:solidFill>
                            <a:srgbClr val="FFFFFF"/>
                          </a:solidFill>
                          <a:latin typeface="Calibri"/>
                        </a:rPr>
                        <a:t>Uncountable</a:t>
                      </a:r>
                    </a:p>
                  </a:txBody>
                  <a:tcPr>
                    <a:solidFill>
                      <a:srgbClr val="0E7C66"/>
                    </a:solidFill>
                  </a:tcPr>
                </a:tc>
                <a:tc>
                  <a:txBody>
                    <a:bodyPr/>
                    <a:lstStyle/>
                    <a:p>
                      <a:r>
                        <a:rPr sz="1800" b="1">
                          <a:solidFill>
                            <a:srgbClr val="FFFFFF"/>
                          </a:solidFill>
                          <a:latin typeface="Calibri"/>
                        </a:rPr>
                        <a:t>Countable</a:t>
                      </a:r>
                    </a:p>
                  </a:txBody>
                  <a:tcPr>
                    <a:solidFill>
                      <a:srgbClr val="0E7C66"/>
                    </a:solidFill>
                  </a:tcPr>
                </a:tc>
              </a:tr>
              <a:tr h="566928">
                <a:tc>
                  <a:txBody>
                    <a:bodyPr/>
                    <a:lstStyle/>
                    <a:p>
                      <a:r>
                        <a:rPr sz="1800" b="0">
                          <a:solidFill>
                            <a:srgbClr val="1B1B1B"/>
                          </a:solidFill>
                          <a:latin typeface="Calibri"/>
                        </a:rPr>
                        <a:t>energy, electricity, coal, oil, gas</a:t>
                      </a:r>
                    </a:p>
                  </a:txBody>
                  <a:tcPr>
                    <a:solidFill>
                      <a:srgbClr val="E3F3EE"/>
                    </a:solidFill>
                  </a:tcPr>
                </a:tc>
                <a:tc>
                  <a:txBody>
                    <a:bodyPr/>
                    <a:lstStyle/>
                    <a:p>
                      <a:r>
                        <a:rPr sz="1800" b="0">
                          <a:solidFill>
                            <a:srgbClr val="1B1B1B"/>
                          </a:solidFill>
                          <a:latin typeface="Calibri"/>
                        </a:rPr>
                        <a:t>a solar panel, a turbine, a power station</a:t>
                      </a:r>
                    </a:p>
                  </a:txBody>
                  <a:tcPr>
                    <a:solidFill>
                      <a:srgbClr val="E3F3EE"/>
                    </a:solidFill>
                  </a:tcPr>
                </a:tc>
              </a:tr>
              <a:tr h="566928">
                <a:tc>
                  <a:txBody>
                    <a:bodyPr/>
                    <a:lstStyle/>
                    <a:p>
                      <a:r>
                        <a:rPr sz="1800" b="0">
                          <a:solidFill>
                            <a:srgbClr val="1B1B1B"/>
                          </a:solidFill>
                          <a:latin typeface="Calibri"/>
                        </a:rPr>
                        <a:t>There IS a lot of energy.</a:t>
                      </a:r>
                    </a:p>
                  </a:txBody>
                  <a:tcPr>
                    <a:solidFill>
                      <a:srgbClr val="FFFFFF"/>
                    </a:solidFill>
                  </a:tcPr>
                </a:tc>
                <a:tc>
                  <a:txBody>
                    <a:bodyPr/>
                    <a:lstStyle/>
                    <a:p>
                      <a:r>
                        <a:rPr sz="1800" b="0">
                          <a:solidFill>
                            <a:srgbClr val="1B1B1B"/>
                          </a:solidFill>
                          <a:latin typeface="Calibri"/>
                        </a:rPr>
                        <a:t>There ARE three turbines.</a:t>
                      </a:r>
                    </a:p>
                  </a:txBody>
                  <a:tcPr>
                    <a:solidFill>
                      <a:srgbClr val="FFFFFF"/>
                    </a:solidFill>
                  </a:tcPr>
                </a:tc>
              </a:tr>
              <a:tr h="566928">
                <a:tc>
                  <a:txBody>
                    <a:bodyPr/>
                    <a:lstStyle/>
                    <a:p>
                      <a:r>
                        <a:rPr sz="1800" b="0">
                          <a:solidFill>
                            <a:srgbClr val="1B1B1B"/>
                          </a:solidFill>
                          <a:latin typeface="Calibri"/>
                        </a:rPr>
                        <a:t>How MUCH electricity?</a:t>
                      </a:r>
                    </a:p>
                  </a:txBody>
                  <a:tcPr>
                    <a:solidFill>
                      <a:srgbClr val="E3F3EE"/>
                    </a:solidFill>
                  </a:tcPr>
                </a:tc>
                <a:tc>
                  <a:txBody>
                    <a:bodyPr/>
                    <a:lstStyle/>
                    <a:p>
                      <a:r>
                        <a:rPr sz="1800" b="0">
                          <a:solidFill>
                            <a:srgbClr val="1B1B1B"/>
                          </a:solidFill>
                          <a:latin typeface="Calibri"/>
                        </a:rPr>
                        <a:t>How MANY panels?</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use too much electricity in the afternoon.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are twelve solar panels on the roof of our school.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*energies*, *electricities*, *How many electricity?* — these words have no plural. Recycle the Unit 5 rule.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use too much electricity in the afternoon.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/tʃ/ (chair) and /dʒ/ (June)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/tʃ/ = 'ch' as in chair, change, cheap, watch. /dʒ/ = 'j' or soft 'g' as in June, energy, village, change (the second sound!). /tʃ/ has no voice; /dʒ/ buzzes.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/tʃ/: chair, cheap, change, watch, kitchen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/dʒ/: June, energy, village, bridge, generation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Compare: cheap – jeep | chair – Jane | watch – wage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cheap chair is in the kitchen.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In June the village will change to solar energy.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34: What Will I Do?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choosing a Halloween costume for a party. American English — VOA’s professional actors (Anna, Pete, Marsha, Ms. Weaver…), slowed learner delivery. It lasts 4:04.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4:04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choosing a Halloween costume for a party B. going to a baseball game C. training for a marathon as a fitness goal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MIGHT get a job writing the news?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told you, I’m a junior in college.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Let's Learn English - Level 4</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 WILL get a job writing the news.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Children and adults _____ costumes and go to parties!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In fact, there is a Halloween _____ tonight.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Tonight, there is a Halloween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 don’t have a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You are thinking … you _____ graduate from college in about one year.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Where Viet Nam's electricity comes from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Twenty years ago, most of Viet Nam's electricity came from two sources: hydro power from the big rivers, and coal. Hydro power is renewable — the water comes back with the rain — and it is cheap once the dam is built. But dams change rivers, move villages and produce much less electricity in a dry year. Coal is not renewable: when it is burnt, it is gone. It also produces a lot of smoke, which is bad for people's lungs and for the climate. In the last ten years something has changed very fast. Viet Nam now has more solar power than any other country in South-East Asia. In Ninh Thuan and Binh Thuan, where the sun is strong and it rains very little, whole valleys are covered with solar panels. Wind farms are growing along the southern coast too. The problem with sun and wind is simple: the sun goes down and the wind stops. So the next big question for Viet Nam is not how to make electrici…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advantages and disadvantages.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Source | Renewable? | One advantage | One disadvantage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Hydro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Coal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Solar | ___ | ___ |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two main sources twenty years ago?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two provinces are mentioned for solar power? Why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is the problem with sun and wind?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next big question' for Viet Nam?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R (renewable) or N (not renewable).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wind power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oil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hydro power 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R (renewable) or N (not renewable).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gas 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______ electricity do you use?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______ solar panels are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______ energy does a fan use?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______ light bulbs are there in your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______ coal does the power station burn?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renewable   electricity   save   solar   turn off</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Our school uses a lot of (1) ______ . Last year we put twelve (2) ______ panels on the roof. Sun is a (3) ______ source of energy, so it never runs 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three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How many lights are there in your house? / Do you turn off the computer at night? / Does your family have solar panels or a solar water heater?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a problem at home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Look at this bill!</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is it so high?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do something.</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Does that really make a difference?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try.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little helps.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parent and a student look at a high electricity bill. The parent gives three pieces of advice; the student asks whether they really work.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energy in your house.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family uses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use most electricity for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way we save energy is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energy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renewable vs not renewable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energy words are uncountable</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/tʃ/ and /dʒ/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energy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much, many, a lot of or is/are.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how your family uses and saves energy.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cheap – jeep, chair – Jane, watch – wage. Then: energy, village, June, change.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