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10L4_1_65b768cd-1b20-4074-beb4-3279d8f8e715_hq.mp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10  ·  LESSON 4  ·  PERIOD 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making promises and offers with will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make promises and instant decisions with will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offer help with 'I'll…' and 'Shall I…?'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 6-turn conversation about a problem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three promises about saving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Prediction chain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Each student makes one prediction about next year. Recycles Lesson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Produce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promise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/ˈprɒmɪs/   (n/v)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lời hứa; hứa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promise I'll turn off the lights.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/dɪˈsaɪd/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quyết định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decided to change the bulbs.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/əˈɡriː/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đồng 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Everybody agreed to try for a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/ˌvɒlənˈtɪə/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tình nguyện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Two students volunteered to be monitors.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remind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/rɪˈmaɪnd/  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nhắc nhở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Please remind me tomorrow.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forget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/fəˈɡet/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quên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Don't forget to turn off the fan.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I'll do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Don't worry, I'll…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 promise I won't…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Shall I…?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I'll remind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Don't forget to…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Grammar: Three more uses of will: promises, instant decisions and of…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PROMISE: I'll turn off the lights, I promise. / I won't forget.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INSTANT DECISION (you decide as you speak): 'The fan is still on.' 'Oh — I'll turn it off.'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OFFER: I'll help you. / Shall I close the window?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Compare with Unit 6: an ARRANGEMENT already made uses the present continuous ('I'm meeting Nam at four'), but a decision made NOW uses will.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promise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I'll… / I won't…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I'll be there at seven, I promise.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instant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I'll…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It's raining. I'll take an umbrella.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I'll… / Shall I…?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I'll carry that for you. / Shall I help?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arrangement (Unit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am/is/are + V-ing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I'm meeting Nam at four.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Don't worry — I'll remind you tomorrow.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The light is on. I'll turn it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Shall I close the window? It's cold.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use 'will' for arrangements already made: *I will meet Nam at four* (they arranged it yesterday). If it is arranged → present continuous. If you decide now → will.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Don't worry — I'll remind you tomorrow.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Contractions and stress in offers and promises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'I'll' is one quick sound /aɪl/. In an offer the stress is on the main verb: I'll HELP you. In a promise the stress can be on 'won't': I WON'T forget.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I'll HELP you.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I'll DO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 WON'T forget.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Shall I CLOSE the window?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Don't worry, I'll do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I promise I won't forget.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Shall I help you with that?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36: I Can Fix This!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fixing something that is broken. American English — VOA’s professional actors (Anna, Pete, Marsha, Ms. Weaver…), slowed learner delivery. It lasts 2:03.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VOA Learning English — Let’s Learn English, Level 1 · 2:03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fixing something that is broken B. getting to work and asking when things start C. cooking dinner together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See, it says: “Put in a cold, dry place.” Okay, now, Marsha, please hand me the eggs.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Start the Quiz to find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Let’s Learn English - Level 4 - Lesson 36: I Can Fix This!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Last time on Let’s Learn English, Marsha and I invited friends to a dinner party but I shopped with the wrong 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Lesson 40: Let's Agree to Disagree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I just _____ a couple of ingredients.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Anna: How else _____ the chickens see them?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Marsha: Anna, you made it _____!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Quiz - Lesson 36: I Can _____ This!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Lesson 36: I Can _____ This!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The promise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In one school in Hai Duong, there is a large board near the office called THE PROMISE BOARD. Each class writes three promises about saving energy on a card and signs it. The cards stay on the board for the whole year, and anybody can read them. Class 7A's card says: 'We will turn off the lights and fans at every break. We won't leave the computer on standby. We will check the classroom before we go home.' Once a month, the school office writes the electricity bill on the board too. 'A promise on a wall is different from a promise in your head,' the head teacher says. 'Everybody can see it — including the class that wrote it.' The idea came from a Grade 7 student. When she was asked why she suggested it, she said: 'Because we are all good at promising and bad at remembering.'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on the board?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How long do the cards stay there?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Write class 7A's three promises.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What else does the office write on the board?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Why did the student suggest the idea?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letter.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'These bags are heavy.'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'Don't forget the meeting.'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'The fan is still on.'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'Nobody wants to be the monitor.'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I'll do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letter.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I won't forget, I promise.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Shall I carry 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I'll turn it off.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Choose the correct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A: The phone is ringing. B: I (answer / 'll answer)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(meet / 'm meeting) Nam at four — we arranged it yesterday.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A: I can't do this exercise. B: I ('ll help / 'm helping)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We ('ll visit / 're visiting) the museum on Friday. (the trip is booked)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A: It's cold. B: I ('ll close / 'm closing) the window.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The lights are still on in Room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Oh! ______ (offer to go).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Thanks. And don't forget the poster tomorrow.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______ (promise).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Do you need help with it?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missing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______ (accept or refuse politely).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Do U10.4-S2 and write your group's three promises on a card for the class promise board.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Do U10.4-S2 and write your group's three promises on a card for the class promise board.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Your partner has a problem. Offer help with I'll or Shall I…?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'These books are very heavy.'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'I don't understand this exercise.'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'The window is open and it's raining.'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'I've forgotten my pen.'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'Nobody has turned off the fan.'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In groups of four, agree on three promises about saving energy in your classroom. Everybody must offer to do one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Language: 'I'll…', 'Shall I…?', 'I promise I won't…', 'Don't worry, I'll remind you.'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Offering, promising and reminding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I'll do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Shall I…?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Don't worry, I'll…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promise I won't…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I'll remind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Don't forget to…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A notices a problem (lights on, window open, litter). B offers to fix it and promises to check tomorrow. Then swap.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three promises about saving energy — two with will and one with won't.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1B1B1B"/>
                </a:solidFill>
                <a:latin typeface="Calibri"/>
              </a:rPr>
              <a:t>Write three promises about saving energy — two with will and one with won't.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will for promises, instant decisions and offers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Shall I…? for offers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will vs present continuous (decided now vs arranged before)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U10L4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U10.4-H1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what you say.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U10.4-H2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will or present continuous?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U10.4-H3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three energy promises neatly on a card for the class promise 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U10.4-H4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these five sentences with contractions, five times each: I'll do it. I'll help you. I won't forget. Shall I close it? Don't worry…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U10L4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