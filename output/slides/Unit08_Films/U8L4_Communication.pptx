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8  ·  LESSON 4  ·  PERIOD 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Everyday English: at the cinema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buy cinema tickets and ask about times and prices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recommend a film and give a reason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take part in an 8-turn cinema role 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write a short message recommending a film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Number pairs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Drill 13/30, 14/40, 15/50… Teacher says one; students hold up 1 or 2 fingers.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Distinguish the -teen / -ty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/ˈtɪkɪt/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vé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Two tickets for the seven o'clock show, please.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/skriːn/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màn hình, phòng chiếu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It's showing on screen three.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/rəʊ/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hàng ghế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We're in row F, seats 12 and 13.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subtitles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/ˈsʌbtaɪtlz/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phụ đề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film has Vietnamese subtitles.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sold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/səʊld aʊt/   (adj phr)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hết vé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Sorry, the eight o'clock show is sold 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show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/ʃəʊ/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suất chiếu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last show starts at nine.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Two tickets for…, please.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What time does it start?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How long is it?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Is it in English?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Are there subtitles?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I'd recommend it because…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Grammar: Recommending: 'You should see it because…' / 'It's worth wa…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Recommend: You should see it. / I'd recommend it. / It's worth watching.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Give a reason: … because the acting is excellent.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Warn: It's a bit long. / It's not for young children.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Ask for a recommendation: What do you recommend? / Is it any good?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recommend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I'd recommend it. / It's worth watching.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reason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…because the photography is beautiful.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warn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But it's quite long. / It's a bit violent.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Is it any good? / What do you recommend?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I'd recommend the cartoon because it's funny and it's only 88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It's worth watching, although the beginning is slow.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*I recommend you to see it* — English says 'I'd recommend it' or 'I recommend seeing it'. Also *It's worth to watch* → 'worth watchING'.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I'd recommend the cartoon because it's funny and it's only 88 minutes.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Pronunciation: Numbers, times and prices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Cinema English is full of numbers. Practise: 'seven thirty', 'row F', 'ninety thousand dong', 'screen three'. Say the final /n/ in 'seven' and the /t/ in 'eight'.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seven thirty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a quarter past nine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ninety thousand dong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row F, seats 12 and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Two tickets for the seven thirty show, please. That's ninety thousand dong.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You're in row F, seats twelve and thirteen, on screen three.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Lesson 37: Let's Agree to Disagree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two people who have different opinions. American English — VOA’s professional actors (Anna, Pete, Marsha, Ms. Weaver…), slowed learner delivery. It lasts 3:38.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VOA Learning English — Let’s Learn English, Level 1 · 3:38 · American English — VOA’s professional actors (Anna, Pete, Marsha, Ms. Weaver…), slowed learner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what somebody did yesterday B. two people who have different opinions C. places people have been 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and they will say "hello" to more people!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Lesson 39: I Can Fix This!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So, do you like living in the country or in the city?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It has more culture than the country.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Let’s Learn English - Level 4 - Lesson 37: Let's Agree to Disagree!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Anna: _____ I really like life in the city!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Phil: _____ the country has more nature!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Anna: I _____ all the different buildings are beautiful.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Phil: They always say "hello!" Here, no one says "hello." I _____ city people are rude.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Anna: We don't have to _____ with people.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Cinema listings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STAR CINEMA — THIS WEEK SCREEN 1: 'The Yellow Kite' (drama, 104 min, Vietnamese). Shows: 17.00, 19.30, 22.00. Students 45,000. SCREEN 2: 'Sky Racers' (action, 128 min, English with Vietnamese subtitles). Shows: 16.30, 19.00, 21.30. Students 60,000. SCREEN 3: 'Little Buffalo' (cartoon, 88 min, Vietnamese). Shows: 09.00, 14.00, 16.00. All tickets 40,000. SCREEN 4: 'Deep Blue' (documentary, 74 min, English with subtitles). Shows: 18.00 only. Students 35,000. Free for school groups on Wednesday.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Which film is the shortest, and how long is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You are free after 20.00. Which films can you see?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Two students want to see 'Sky Racers'. How much is that?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Which films are in English?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Which film is free for school groups, and when?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Match the question with the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Which show would you like?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How long is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Is it in English?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How much is that?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104 minutes.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Match the question with the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b. Yes, with Vietnamese subtitles.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c. Ninety thousand dong.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d. The seven thirty, please.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It's worth ______ (watch) twice.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This book is worth ______ (read).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The museum is worth ______ (visit).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It isn't worth ______ (pay) 90,000 dong.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missing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Hello. Two ______ for 'Deep Blue', please.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Which ______ ? We have six o'clock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Six o'clock then. How ______ is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Seventy thousand for two students.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How ______ is the film?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missing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Seventy-four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Is it in English?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Yes, with Vietnamese ______ 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Do U8.4-S1 and U8.4-S2 in threes.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Do U8.4-S1 and U8.4-S2 in threes.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Use the listings. A is the clerk, B is the customer. Buy tickets for three different films.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Ask: which show, how many tickets, how much, how long, subtitles?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Recommend one film from the listings to your partner and give two reasons and one warning.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Frame: 'You should see… because… and… However, …'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Buying tickets and recommending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Two tickets for…, please.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Which show?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It's sold 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How long is 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Is it in English?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Are there subtitles?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Cinema role play in threes: one clerk, two friends who want different films. They must agree, then buy the tickets.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U8.4-W1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a short message (3–4 sentences) recommending a film to a friend.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Include: the film and kind, two reasons, one warning, and the practical details (time and price).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Cinema language: tickets, shows, screens, subtitles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Recommending with reasons and a warning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worth + V-ing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U8L4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U8.4-H1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Complete with ticket, screen, row, subtitles, sold out, show.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U8.4-H2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Everyday English — Write what you say.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U8.4-H3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your recommendation message (4 sentences) neatly.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U8.4-H4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Practise the numbers: 13/30, 14/40, 15/50, 16/60, 17/70, 18/80, 19/90. Five times each pair.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U8L4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