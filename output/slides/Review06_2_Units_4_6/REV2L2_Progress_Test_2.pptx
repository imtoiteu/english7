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2L2_1_5d724fbc-a907-4a48-9221-c1813d248168_hq.mp3" TargetMode="External"/><Relationship Id="rId3" Type="http://schemas.openxmlformats.org/officeDocument/2006/relationships/hyperlink" Target="https://learningenglish.voanews.com/a/lets-learn-english-lesson-7-what-are-you-doing/3240468.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2  ·  PERIOD 48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2 (Units 4–6)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this result with Test 1 and set a goal for Units 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the timing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Remind: keep 10 minutes for Part 4.</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 (the same as Test 1)</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pronunciation.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text, 90–110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Keep 10 minutes for the writing. Do not lose 2.5 marks by running out of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In Test 1 the most common lost marks were in Part 4. Plan for 2 minutes, write for 9, check for 2.</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Keep 10 minutes for the writing. Do not lose 2.5 marks by running out of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Speaking assessment criteria (unchanged)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comparative and one 'because'.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favourite dish is… It is made with… It is better than… because…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7: What Are You Doing?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people are doing at the moment. American English — VOA’s professional actors (Anna, Pete, Marsha, Ms. Weaver…), slowed learner delivery. It lasts 2:30.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2:30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are doing at the moment B. asking to borrow things C. asking for everyday objects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Are you reading the news?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The word of the day is social.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live in your building.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(in the studio) “and people all around the world are waiting to hear news about the next president…”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You are writing a 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Caty: I _____ your boss, Caty Weaver.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Caty: So sorry, but I _____ busy.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Caty: But remember, they are busy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Jonathan: I am _____ my show!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Jonathan: And, _____ I have to record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2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SCHOOL KITCHEN GARDEN Two years ago, the students of Tran Phu Secondary School turned an empty piece of land behind the gym into a vegetable garden. Today it is 300 square metres and it produces about 40 kilos of vegetables every month. Each class looks after one bed. Grade 6 grows lettuce and herbs, which are the easiest; Grade 9 grows tomatoes and beans, which need more care. The students water the garden before lessons and after lessons, and two teachers help at the weekend. All the vegetables go to the school canteen, so the food is fresher and cheaper than before. The canteen manager says she now spends 30% less money on vegetables. The most surprising result was not the food. 'Before the garden, twelve students in Grade 7 said they never ate vegetables,' says the biology teacher. 'This year only two said that. When you grow it yourself, you want to eat it.' This term the schoo…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was the land before, and how big is the garden now?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classes grow the easiest vegetables, and which grow the harder ones?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When do the students water the garden?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has the garden helped the canteen?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was the most surprising result, according to the biology teacher?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people who watch a concert are the a______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Could we have the b______ , please?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do experiments in the l______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public show of paintings is an e______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Look at the t______ to see today's lessons.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(the most / most) talented singer in our school.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 many) sugar do we need?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isn't (some / any) milk in the fridge.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Look! The teacher (comes / is coming).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Next Monday we (visit / are visiting) the museum. (arranged)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book / good /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hot / coffee /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sugar / she / sister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revision / television / education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favourite kind of music or art form (with two comparisons)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favourite dish (ingredients, taste, how it is served)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My school (facts, facilities, and what is happening this week)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TEST2-W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Compare two kinds of music or two art forms.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Write a recipe for a dish you can cook (ingredients + 5–6 steps).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Write an email describing your school to a foreign pen friend.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4–6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next lesson; compare with Test 1 and set one goal.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REV2L2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Compare your Test 1 and Test 2 results. Write one thing that improved and one goal for Units 7–9.</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For each one write the rule.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7 — Write five kinds of transport and three traffic signs,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REV2L2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