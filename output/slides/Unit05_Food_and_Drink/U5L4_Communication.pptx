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../../audio/FU5L4_1_f5ba9389-58a1-4643-9ec4-3bbfcd8c96e6_hq.mp3" TargetMode="External"/><Relationship Id="rId3" Type="http://schemas.openxmlformats.org/officeDocument/2006/relationships/hyperlink" Target="https://learningenglish.voanews.com/a/lets-learn-english-lesson-23-what-do-you-want/3413753.html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097280" y="4389120"/>
            <a:ext cx="6858000" cy="4114800"/>
          </a:xfrm>
          <a:prstGeom prst="ellipse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778240" y="-1828800"/>
            <a:ext cx="5486400" cy="4572000"/>
          </a:xfrm>
          <a:prstGeom prst="ellipse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UNIT 5  ·  LESSON 4  ·  PERIOD 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011680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7F1FA"/>
                </a:solidFill>
                <a:latin typeface="Calibri"/>
              </a:rPr>
              <a:t>COMMUNICATION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926080"/>
            <a:ext cx="105156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4400" b="1" i="0">
                <a:solidFill>
                  <a:srgbClr val="FFFFFF"/>
                </a:solidFill>
                <a:latin typeface="Calibri"/>
              </a:rPr>
              <a:t>Everyday English: ordering food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30352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E7F1FA"/>
                </a:solidFill>
                <a:latin typeface="Calibri"/>
              </a:rPr>
              <a:t>English 7  ·  Let's start! 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Today we will learn to…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U5L4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463040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1508760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1508760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order food and drink politely in a restaurant or at a street stall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450592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2450592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2496312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37360" y="2496312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ask about a dish and about the price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438144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3438144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348386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37360" y="3483864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take part in an 8-turn restaurant role play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425696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" y="4425696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4471416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37360" y="4471416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write a short review of a meal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Warm-up: Countable or uncountable?  (5')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U5L4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4206240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737360"/>
            <a:ext cx="101498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• Teacher says a food; students show one finger (countable) or a flat hand (uncountable). Recycles Lesson 3.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5852160"/>
            <a:ext cx="101498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1">
                <a:solidFill>
                  <a:srgbClr val="6B7280"/>
                </a:solidFill>
                <a:latin typeface="Calibri"/>
              </a:rPr>
              <a:t>👉 You: Show the answer with a hand signal.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New words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U5L4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270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menu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671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/ˈmenjuː/   (n)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15270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thực đơn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21945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Could I see the menu, please?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0175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1272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order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7673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/ˈɔːdə/   (v/n)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31272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gọi món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7947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Are you ready to order?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177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7274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waiter/waitress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3675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/ˈweɪtə/   (n)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47274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người phục vụ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53949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The waiter brought the drinks.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New words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U5L4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270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bill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671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/bɪl/   (n)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15270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hóa đơn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21945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Could we have the bill, please?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0175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1272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starter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7673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/ˈstɑːtə/   (n)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31272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món khai vị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7947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We had spring rolls as a starter.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177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7274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dessert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3675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/dɪˈzɜːt/   (n)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47274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món tráng miệng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53949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For dessert we had fruit.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Useful phrases — learn them as one block!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U5L4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554480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609344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Could I see the menu, please?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267712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322576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I'd like…, please.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980944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3035808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What do you recommend?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694176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3749040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Anything to drink?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407408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462272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How much is it?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5120640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5175504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Could we have the bill, please?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5833872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5888736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That was delicious.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FFFFFF"/>
                </a:solidFill>
                <a:latin typeface="Calibri"/>
              </a:rPr>
              <a:t>Grammar: Polite requests: Could I…? / I'd like… / Can I have…?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U5L4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36192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I'd like + noun = the polite way to order. (NOT 'I want')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487168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560320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Could I have + noun, please? = even more polite.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511296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584448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Would you like…? = the waiter's question.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535424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608576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For a question about a dish: What's in it? / Is it spicy?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The 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U5L4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463040"/>
          <a:ext cx="11064240" cy="3401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566928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Function</a:t>
                      </a:r>
                    </a:p>
                  </a:txBody>
                  <a:tcPr>
                    <a:solidFill>
                      <a:srgbClr val="0E7C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Language</a:t>
                      </a:r>
                    </a:p>
                  </a:txBody>
                  <a:tcPr>
                    <a:solidFill>
                      <a:srgbClr val="0E7C6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Ordering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I'd like a bowl of pho, please.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Asking politely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Could I have some water, please?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Waiter's question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Are you ready to order? / Anything to drink?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Asking about a dish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What's in it? / Is it spicy? / What do you recommend?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Paying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Could we have the bill, please? / How much is it altogether?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Look at the examples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U5L4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54480"/>
            <a:ext cx="1069848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627632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✅ I'd like a bowl of bun cha and a glass of iced tea, please.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450592"/>
            <a:ext cx="1069848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523744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✅ Could I have some more rice, please?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346704"/>
            <a:ext cx="1069848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419856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✅ What do you recommend? – The grilled fish is very good today.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Be careful! A very common mistake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U5L4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10698480" cy="237744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828800"/>
            <a:ext cx="100584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*I want pho* sounds rude in English — it is a direct translation of 'tôi muốn'. Always use 'I'd like' or 'Could I have… please'.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3891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1" i="0">
                <a:solidFill>
                  <a:srgbClr val="2E7D32"/>
                </a:solidFill>
                <a:latin typeface="Calibri"/>
              </a:rPr>
              <a:t>👍 Say it like this:  I'd like a bowl of bun cha and a glass of iced tea, please.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6B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Pronunciation: Polite intonation in requests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U5L4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17320"/>
            <a:ext cx="10881360" cy="123444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08760"/>
            <a:ext cx="103327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1B1B1B"/>
                </a:solidFill>
                <a:latin typeface="Calibri"/>
              </a:rPr>
              <a:t>Requests rise gently at the end and the voice is soft. 'Please' at the end is not stressed loudly — the politeness is in the melody, not in the volume.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880360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926080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I'd like a bowl of pho, please. ↗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593592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639312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Could I have some water, please? ↗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306824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4352544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What do you recommend? 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5020056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5065776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Could we have the bill, please? ↗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6B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Repeat after me — three times each!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U5L4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91440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82880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🗣 A: Are you ready to order? B: Yes. I'd like a bowl of pho, please.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788920"/>
            <a:ext cx="10698480" cy="91440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88036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🗣 A: Anything to drink? B: Could I have a glass of iced tea, please?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Listening: Lesson 23: What Do You Want?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U5L4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182880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20240"/>
            <a:ext cx="1005840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You will hear a real recording: ordering and choosing food. American English — VOA’s professional actors (Anna, Pete, Marsha, Ms. Weaver…), slowed learner delivery. It lasts 2:57.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703320"/>
            <a:ext cx="10698480" cy="1435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1: just listen — do not write.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2: write your answers.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3: check with your partner.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248656"/>
            <a:ext cx="10698480" cy="512064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 w="19050">
            <a:solidFill>
              <a:srgbClr val="1E6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500" b="1">
                <a:solidFill>
                  <a:srgbClr val="142C4F"/>
                </a:solidFill>
                <a:hlinkClick r:id="rId2"/>
              </a:rPr>
              <a:t>▶ Play audio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5824728"/>
            <a:ext cx="10698480" cy="512064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400" b="1">
                <a:solidFill>
                  <a:srgbClr val="0E7C66"/>
                </a:solidFill>
                <a:hlinkClick r:id="rId3"/>
              </a:rPr>
              <a:t>🌐 Listen online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6428232"/>
            <a:ext cx="10698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VOA Learning English — Let’s Learn English, Level 1 · 2:57 · American English — VOA’s professional actors (Anna, Pete, Marsha, Ms. Weaver…), slowed learner delivery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U5.4-L1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Listen once. Choose the best answer.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What is the recording mainly about?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A. two people who have different opinions B. watching people in a park as a free-time activity C. ordering and choosing food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U5.4-L2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Listen again. Write T (true) or F (false).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Start the Quiz to find out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Let's Learn English - Level 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After you buy your food, meet me here.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So, here is 4, 2, 3 dollars back from your 10.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Weaver says we’re going on a trip around the world.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U5.4-L3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Listen once more and write the missing word.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Anna: has great _____ from all over the world.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Anna: So, where is this world _____ restaurant?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Anna: What country do I _____ to visit?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Anna: I _____ the chicken dish.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Anna: I’ll _____ another food truck.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Reading: A street food menu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U5L4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4846320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54480"/>
            <a:ext cx="1033272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 i="0">
                <a:solidFill>
                  <a:srgbClr val="1B1B1B"/>
                </a:solidFill>
                <a:latin typeface="Calibri"/>
              </a:rPr>
              <a:t>QUAN NHO — STREET FOOD, 25 LE LOI STARTERS: Fresh spring rolls (2 pieces) 25,000 · Fried spring rolls (4 pieces) 30,000 MAIN DISHES: Pho bo (beef noodle soup) 45,000 · Bun cha (grilled pork with noodles) 50,000 · Com tam (broken rice with pork) 40,000 · Vegetarian noodles 35,000 DRINKS: Iced tea 10,000 · Sugar-cane juice 15,000 · Bottled water 8,000 DESSERTS: Che dau xanh 15,000 · Fresh fruit plate 20,000 Open 6 a.m. – 9 p.m. · No credit cards · Free tea with every main dish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Reading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U5.4-R1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Answer the questions.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How much are four fried spring rolls?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Which main dish is the cheapest?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You order pho bo and a sugar-cane juice. How much is that?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What do you get free with a main dish?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Can you pay with a credit card?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  (1/2)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U5.4-G1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Match the question with the answer.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Are you ready to order?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What do you recommend?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Anything to drink?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How much is it altogether?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a. The grilled fish is very good.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  (2/2)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U5.4-G1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Match the question with the answer.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b. 195,000 dong.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c. Yes, I'd like the bun cha, please.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d. Two iced teas, please.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U5.4-G2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Rewrite the sentences politely.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I want pho.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Give me the menu.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Bring the bill.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I want more rice.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Water!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  (1/2)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U5.4-I1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the missing lines.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W: Good evening. ______ (offer the menu)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C: Thank you.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W: Are you ______ to order?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C: Yes. ______ the grilled fish, please.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W: ______ to drink?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  (2/2)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U5.4-I1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the missing lines.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C: ______ a glass of iced tea, please.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C: (after the meal) ______ the bill, please?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W: Certainly.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U5.4-I2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Do U5.4-S1 in threes, then U5.4-S2 with a problem.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U5.4-I2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828800"/>
            <a:ext cx="10698480" cy="219456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011680"/>
            <a:ext cx="1005840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0" i="0">
                <a:solidFill>
                  <a:srgbClr val="1B1B1B"/>
                </a:solidFill>
                <a:latin typeface="Calibri"/>
              </a:rPr>
              <a:t>Do U5.4-S1 in threes, then U5.4-S2 with a problem.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Speaking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U5.4-S1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Use the menu above. A is the waiter, B and C are customers. Order a starter, two main dishes and drinks; then ask for the bill.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Waiter: Are you ready to order? / Anything to drink? / That's … altogether.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Customers: I'd like… / Could I have… / What do you recommend? / Could we have the bill, please?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Speaking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U5.4-S2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Role play with a problem: the dish is too spicy / the order is wrong / the bill is wrong. Complain politely and solve 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Useful: 'Excuse me, I think there's a mistake.' 'I'm sorry, I ordered…' 'I'm very sorry. I'll change it right away.'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FFFFFF"/>
                </a:solidFill>
                <a:latin typeface="Calibri"/>
              </a:rPr>
              <a:t>Real-life English: Ordering, asking about dishes and paying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U5L4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463040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508760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Could I see the menu, please?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212848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258568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Are you ready to order?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962656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3008376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I'd like…, please.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712464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3758184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What do you recommend?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462272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507992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Is it spicy?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5212080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5257800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Anything to drink?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Role play — in pairs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U5L4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256032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20240"/>
            <a:ext cx="1005840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Groups of three: one waiter, two customers. Full meal from menu to bill.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66344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⏱ 2 minutes to prepare  ·  2 minutes to perform  ·  then swap roles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Do not read! Look at your partner.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✍️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Writing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U5.4-W1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4–5 sentences about a meal at a restaurant or street stall.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Where and when / what you ate / how it tasted / the price / your recommendation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Let's remember today's English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U5L4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0020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67335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Restaurant language: menu, order, bill, starter, dessert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56032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63347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I'd like / Could I have…, please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52044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59359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Polite rising intonation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Homework — write it in your notebook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U5L4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54480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609344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U5.4-H1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1609344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Everyday English — Write what you say.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523744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2578608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U5.4-H2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578608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Vocabulary — Complete with menu, order, waiter, bill, starter, dessert.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493008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3547872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U5.4-H3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0" y="3547872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Writing — Write your restaurant review (5 sentences) neatly.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462272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4517136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U5.4-H4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4517136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Speaking — Practise ordering a full meal at home. Say each request five times with a gentle rising voice.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989320"/>
            <a:ext cx="1069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6B7280"/>
                </a:solidFill>
                <a:latin typeface="Calibri"/>
              </a:rPr>
              <a:t>Homework Book, section U5L4   ·   See you next lesson! 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