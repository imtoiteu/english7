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5L4_1_f5ba9389-58a1-4643-9ec4-3bbfcd8c96e6_hq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5  ·  LESSON 4  ·  PERIOD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ordering 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order food and drink politely in a restaurant or at a street stall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about a dish and about the price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an 8-turn restaurant role play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a short review of a meal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Countable or uncountable?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Teacher says a food; students show one finger (countable) or a flat hand (uncountable).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Show the answer with a hand signal.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menu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/ˈmenjuː/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thực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I see the menu,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/ˈɔːdə/   (v/n)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gọi món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Are you ready to order?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waiter/waitress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/ˈweɪtə/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người phục vụ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waiter brought the drinks.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/bɪl/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hóa đơn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Could we have the bill, please?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/ˈstɑːtə/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khai vị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had spring rolls as a starter.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dessert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/dɪˈzɜːt/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món tráng miệng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For dessert we had fruit.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I'd like…, please.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do you recommend?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Anything to drink?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How much is it?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Could we have the bill, please?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That was delicious.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Polite requests: Could I…? / I'd like… / Can I have…?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I'd like + noun = the polite way to order. (NOT 'I want')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Could I have + noun, please? = even more polite.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like…? = the waiter's question.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For a question about a dish: What's in it? / Is it spicy?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Function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I'd like a bowl of pho,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politely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I have some water, please?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Waiter's question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Are you ready to order? / Anything to drink?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Asking about a dish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What's in it? / Is it spicy? / What do you recommend?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Paying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Could we have the bill, please? / How much is it altogether?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I'd like a bowl of bun cha and a glass of iced tea,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Could I have some more rice, please?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What do you recommend? – The grilled fish is very good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*I want pho* sounds rude in English — it is a direct translation of 'tôi muốn'. Always use 'I'd like' or 'Could I have… please'.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I'd like a bowl of bun cha and a glass of iced tea, please.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Polite intonation in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Requests rise gently at the end and the voice is soft. 'Please' at the end is not stressed loudly — the politeness is in the melody, not in the volume.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I'd like a bowl of pho, please.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I have some water, please?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What do you recommend? 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Could we have the bill, please? ↗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Are you ready to order? B: Yes. I'd like a bowl of pho, please.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Anything to drink? B: Could I have a glass of iced tea, please?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23: What Do You Want?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ordering and choosing food. American English — VOA’s professional actors (Anna, Pete, Marsha, Ms. Weaver…), slowed learner delivery.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2:57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two people who have different opinions B. watching people in a park as a free-time activity C. ordering and choosing food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Start the Quiz to find 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Let's Learn English - Level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After you buy your food, meet me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So, here is 4, 2, 3 dollars back from your 10.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Weaver says we’re going on a trip around the world.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has great _____ from all over the world.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So, where is this world _____ restaurant?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What country do I _____ to visit?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I _____ the chicken dish.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I’ll _____ another food truck.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street food menu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QUAN NHO — STREET FOOD, 25 LE LOI STARTERS: Fresh spring rolls (2 pieces) 25,000 · Fried spring rolls (4 pieces) 30,000 MAIN DISHES: Pho bo (beef noodle soup) 45,000 · Bun cha (grilled pork with noodles) 50,000 · Com tam (broken rice with pork) 40,000 · Vegetarian noodles 35,000 DRINKS: Iced tea 10,000 · Sugar-cane juice 15,000 · Bottled water 8,000 DESSERTS: Che dau xanh 15,000 · Fresh fruit plate 20,000 Open 6 a.m. – 9 p.m. · No credit cards · Free tea with every main dish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How much are four fried spring rolls?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Which main dish is the cheapest?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 order pho bo and a sugar-cane juice. How much is that?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do you get free with a main dish?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Can you pay with a credit card?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Are you ready to order?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 recommend?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Anything to drink?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is it altogether?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grilled fish is very good.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Match the question with the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b. 195,000 dong.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c. Yes, I'd like the bun cha, please.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d. Two iced teas, please.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Rewrite the sentences politely.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want pho.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Give me the menu.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Bring the bill.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want more rice.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Water!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Good evening. ______ (offer the menu)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Are you ______ to order?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Yes. ______ the grilled fish, please.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______ to drink?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missing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______ a glass of iced tea, please.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C: (after the meal) ______ the bill, please?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W: Certainly.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Do U5.4-S1 in threes, then U5.4-S2 with a problem.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menu above. A is the waiter, B and C are customers. Order a starter, two main dishes and drinks; then ask for the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Waiter: Are you ready to order? / Anything to drink? / That's … altogether.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Customers: I'd like… / Could I have… / What do you recommend? / Could we have the bill, please?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Role play with a problem: the dish is too spicy / the order is wrong / the bill is wrong. Complain politely and solve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Useful: 'Excuse me, I think there's a mistake.' 'I'm sorry, I ordered…' 'I'm very sorry. I'll change it right away.'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Ordering, asking about dishes and paying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Could I see the menu, please?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ready to order?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like…, please.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do you recommend?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Is it spicy?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Anything to drink?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Groups of three: one waiter, two customers. Full meal from menu to bill.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4–5 sentences about a meal at a restaurant or street stall.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Where and when / what you ate / how it tasted / the price / your recommendation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Restaurant language: menu, order, bill, starter, dessert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I'd like / Could I have…, please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Polite rising intonation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U5L4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menu, order, waiter, bill, starter, dessert.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restaurant review (5 sentences)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U5.4-H4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ordering a full meal at home. Say each request five times with a gentle rising voice.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U5L4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