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4  ·  PERIOD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ordering 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order food and drink politely in a restaurant or at a street 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about a dish and about the price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restaurant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review of a meal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Countable or uncountable?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show one finger (countable) or a flat hand (uncountable).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Show the answer with a hand signal.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/ˈmenjuː/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thực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I see the menu,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/ˈɔːdə/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gọi món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ready to order?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waiter/waitress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/ˈweɪtə/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phục vụ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waiter brought the drinks.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/bɪl/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we have the bill,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/ˈstɑːtə/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khai vị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had spring rolls as a starter.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dessert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/dɪˈzɜːt/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tráng miệng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For dessert we had fruit.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like…, please.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recommend?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Anything to drink?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 is it?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we have the bill, please?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was delicious.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Polite requests: Could I…? / I'd like… / Can I have…?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I'd like + noun = the polite way to order. (NOT 'I want')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Could I have + noun, please? = even more polite.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like…? = the waiter's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 a question about a dish: What's in it? / Is it spicy?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like a bowl of pho,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politely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I have some water, please?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Waiter's 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you ready to order? / Anything to drink?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about a dish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in it? / Is it spicy?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Paying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we have the bill, please? / How much is it altogether?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like a bowl of bun cha and a glass of iced tea,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Could I have some more rice, please?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do you recommend? – The grilled fish is very good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want pho* sounds rude in English — it is a direct translation of 'tôi muốn'. Always use 'I'd like' or 'Could I have… please'.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like a bowl of bun cha and a glass of iced tea, please.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 intonation in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Requests rise gently at the end and the voice is soft. 'Please' at the end is not stressed loudly — the politeness is in the melody, not in the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like a bowl of pho, please.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I have some water, please?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do you recommend? 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we have the bill, please?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Are you ready to order? B: Yes. I'd like a bowl of pho,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Anything to drink? B: Could I have a glass of iced tea, please?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23: What Do You Want?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ordering and choosing food.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watching people in a park as a free-time activity C. ordering and choosing food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Start the Quiz to find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- Level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After you buy your food, meet me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here is 4, 2, 3 dollars back from your 10.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Weaver says we’re going on a trip around the world.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has great _____ from all over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So, where is this world _____ restaurant?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What country do I _____ to visit?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I _____ the chicken dish.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I’ll _____ another food truck.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street food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QUAN NHO — STREET FOOD, 25 LE LOI STARTERS: Fresh spring rolls (2 pieces) 25,000 · Fried spring rolls (4 pieces) 30,000 MAIN DISHES: Pho bo (beef noodle soup) 45,000 · Bun cha (grilled pork with noodles) 50,000 · Com tam (broken rice with pork) 40,000 · Vegetarian noodles 35,000 DRINKS: Iced tea 10,000 · Sugar-cane juice 15,000 · Bottled water 8,000 DESSERTS: Che dau xanh 15,000 · Fresh fruit plate 20,000 Open 6 a.m. – 9 p.m. · No credit cards · Free tea with every main dish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much are four fried spring rolls?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main dish is the cheapest?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order pho bo and a sugar-cane juice.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you get free with a main dish?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Can you pay with a credit card?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Are you ready to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 recommend?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Anything to drink?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it altogether?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grilled fish is very good.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195,000 dong.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Yes, I'd like the bun cha, please.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Two iced teas,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sentences politely.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pho.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me the menu.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the bill.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want more 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Water!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Good evening. ______ (offer the menu)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Are you ______ to order?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Yes. ______ the grilled fish, please.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______ to drink?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______ a glass of iced tea,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(after the meal) ______ the bill, please?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Certainly.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menu above. A is the waiter, B and C are customers. Order a starter, two main dishes and drinks; then ask for the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Waiter: Are you ready to order? / Anything to drink? / That's … altogether.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Customers: I'd like… / Could I have… / What do you recommend? / Could we have the bill, please?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Role play with a problem: the dish is too spicy / the order is wrong / the bill is wrong. Complain politely and 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'Excuse me, I think there's a mistake.' 'I'm sorry, I ordered…' 'I'm very sorry. I'll change it right away.'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Ordering, asking about dishes and paying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ready to order?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like…, please.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recommend?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spicy?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Anything to drink?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Groups of three: one waiter, two customers. Full meal from menu to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4–5 sentences about a meal at a restaurant or street stall.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Where and when / what you ate / how it tasted / the price / your recommendation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Restaurant language: menu, order, bill, starter, dessert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I'd like / Could I have…, please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Polite rising intonation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menu, order, waiter, bill, starter, dessert.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restaurant review (5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ordering a full meal at home. Say each request five times with a gentle rising voice.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