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5L3_1_A1-25-Any-Some.mp3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5  ·  LESSON 3  ·  PERIOD 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A CLOSER LOOK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Countable and uncountable nouns; some, any, much, many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decide whether a noun is countable or uncountable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 some and any correctly in positive, negative and question sentences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 much, many, a lot of, a little, a few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ask and answer How much…? / How many…?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Container quick-fire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Teacher says a food; students give the container ('water' → 'a bottle of water'). Recycles Lesson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Give container phrases.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sugar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/ˈʃʊɡə/   (n (U))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đường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There isn't much sugar left.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salt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/sɔːlt/   (n (U))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muối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Add a little salt.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egg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/eɡ/   (n (C))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trứng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need four eggs.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bread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/bred/   (n (U))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bánh mì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There is some bread on the 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milk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/mɪlk/   (n (U))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sữa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How much milk do you drink?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tomato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/təˈmɑːtəʊ/   (n (C))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cà chua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How many tomatoes do we need?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How much…?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How many…?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There is / There are…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a little / a few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not much / not many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Grammar: Countable and uncountable nouns; some/any; much/many/a lot 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COUNTABLE nouns can be counted: one egg, two eggs. They have a plural.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UNCOUNTABLE nouns cannot: rice, water, sugar, bread, milk, meat, fruit. They have NO plural and take a singular verb.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SOME in positive sentences: There is some rice.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ANY in negatives and questions: There isn't any milk. Is there any bread?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/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Countable (eggs)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Uncountable (sugar)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There are some eggs.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There is some sugar.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There aren't any eggs.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There isn't any sugar.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Are there any eggs?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Is there any sugar?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How…?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How many eggs?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How much sugar?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Small amount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 few eggs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 little sugar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Large 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 lot of / many eggs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 lot of / much sugar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There is some bread but there isn't any butter.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How many tomatoes do we need? – Four.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How much water do you drink every day? – About two litres.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42816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We only have a few eggs and a little milk.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Vietnamese does not divide nouns this way, so students say *a rice*, *many waters*, *How many money?* Learn the ten common uncountables by heart: rice, water, milk, bread, meat, sugar, salt, fruit, money, 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There is some bread but there isn't any butter.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Pronunciation: The /ʃ/ sound and weak 'some'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'sugar' begins with /ʃ/, not /s/: /ˈʃʊɡə/. In positive sentences 'some' is weak: /səm/.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sugar /ˈʃʊɡə/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sure /ʃɔː/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she, shop, fish, dish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some /səm/ (weak) — 'There's some rice.'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She wants some sugar and some fish.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There's some bread in the shop.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Some and 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asking for and offering things. Two speakers, scripted dialogue, native English. It lasts 1:18.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10698480" cy="530352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Play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6247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ELLLO — Sound Grammar · 1:18 · Two speakers, scripted dialogue, native English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making plans with a friend for the weekend B. asking for and offering things C. places people have been 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the number of the conversation (1-4) you hear each line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No, we don’t have any cheese.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No, I did not. I did not see any.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Oh, you know what, we don’t have any cream. Is milk OK?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Oh, that is plenty. I just need five sheets.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Oh great! Did you buy any potato chips?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Man: Do you have _____ paper?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Woman: I have _____, but not much.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Man: How much do you _____?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Woman: I _____ about 10 sheets of paper.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Man: I just _____ five sheets.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A note on the kitchen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Mai, I'm at your aunt's house until six. There is some rice in the pot and there are some vegetables in the fridge. There isn't any meat, so please don't wait for me — just fry the vegetables with two eggs. If you go to the shop, we need a little sugar, a few tomatoes and a bottle of fish sauce. Don't buy any sweets! There is some money in the blue box — 100,000 dong should be enough. Love, Mum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there in the pot?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What isn't there?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What should Mai cook?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Write the three things to buy.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How much money is in the blue box?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Find in the note: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two examples of 'some'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one example of 'any' in a 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one example of 'a little'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one example of 'a few'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C or 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egg 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rice 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tomato 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water 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bread 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C or 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banana 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7. sugar 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8. money 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9. apple 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10. milk ___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How ______ eggs do we need?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How ______ sugar is there?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How ______ bottles of water?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How ______ money have you got?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How ______ tomatoes shall I buy?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How ______ rice do you eat a day?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There is only ______ milk left.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We have ______ eggs — about three.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She puts ______ salt in the soup (a small amount).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There are ______ people at the market today (many).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 need ______ tomatoes for the salad (3 or 4).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How many money do you have?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There are some rice in the pot.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 don't want some sugar.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She bought three breads.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How much eggs do we need?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There isn't many milk.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Ask your partner about six things.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Is there any milk in your fridge? B: Yes, there is. / No, there isn't any.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How many eggs are there? B: About six.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In pairs, plan the food for a class picnic of ten students. Say how much / how many of everything.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Frame: 'We need ten bottles of water, two kilos of rice, a few tomatoes…'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Real-life English: Checking what you need and making a shopping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Is there any…?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Are there any…?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How much…do we need?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How many…shall I buy?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We've run out of…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That's enough.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Two flatmates check the kitchen and write a shopping list of six items with quantities.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There is ______ rice in the pot.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There aren't ______ tomatoes.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Is there ______ milk?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We need ______ sugar.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 don't want ______ sweets.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U5.3-W1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Would you like ______ tea?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Countable vs uncountable (10 common uncountables)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some (+) / any (– ?)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many + countable / much + uncountable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5371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a few / a little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U5.3-H1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Write C (countable) or U (uncountable).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U5.3-H2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Complete with some, any, much, many, a little, a few.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U5.3-H3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a note to a family member: what is in the kitchen and what to buy (5 sentences).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U5.3-H4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Pronunciation — Say these /ʃ/ words five times: sugar, sure, she, shop, fish, dish.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U5L3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