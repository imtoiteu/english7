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5L3_1_A1-25-Any-Some.mp3" TargetMode="External"/><Relationship Id="rId3" Type="http://schemas.openxmlformats.org/officeDocument/2006/relationships/hyperlink" Target="https://elllo.org/book/A1/A1-25-Any-Some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3  ·  PERIOD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Countable and uncountable nouns; some, any, much, 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decide whether a noun is countable or uncountable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some and any correctly in positive, negative and question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much, many, a lot of, a little, a few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How much…? / How many…?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Container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give the container ('water' → 'a bottle of water').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container phrases.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/ˈʃʊɡə/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isn't much sugar left.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/sɔːlt/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muối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a little salt.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egg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/eɡ/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four eggs.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/bred/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bánh mì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some bread on the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milk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/mɪlk/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sữa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much milk do you drink?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tomato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/təˈmɑːtəʊ/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cà chua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many tomatoes do we need?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There is / There are…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 little / a few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not much / not many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Countable and uncountable nouns; some/any; much/many/a lot 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COUNTABLE nouns can be counted: one egg, two eggs. They have a plural.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UNCOUNTABLE nouns cannot: rice, water, sugar, bread, milk, meat, fruit. They have NO plural and take a singular verb.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SOME in positive sentences: There is some 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ANY in negatives and questions: There isn't any milk. Is there any bread?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Countable (eggs)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Uncountable (sugar)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 some eggs.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 some sugar.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aren't any eggs.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isn't any sugar.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there 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there any sugar?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How…?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many eggs?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Small amount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eggs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little sugar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Large amount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many eggs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much sugar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There is some bread but there isn't any butter.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many tomatoes do we need? –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much water do you drink every day? – About two litres.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only have a few eggs and a little milk.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does not divide nouns this way, so students say *a rice*, *many waters*, *How many money?* Learn the ten common uncountables by heart: rice, water, milk, bread, meat, sugar, salt, fruit, money,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There is some bread but there isn't any butter.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/ʃ/ sound and weak 'some'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'sugar' begins with /ʃ/, not /s/: /ˈʃʊɡə/. In positive sentences 'some' is weak: /səm/.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sugar /ˈʃʊɡə/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sure /ʃɔː/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she, shop, fish, dish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some /səm/ (weak) — 'There's some rice.'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wants some sugar and some fish.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There's some bread in the shop.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Some and 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asking for and offering things. Two speakers, scripted dialogue, native English. It lasts 1:18.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1:18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making plans with a friend for the weekend B. asking for and offering things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we don’t have any cheese.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I did not. I did not see 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Oh, you know what, we don’t have any cream. Is milk 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that is plenty. I just need five sheets.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Oh great! Did you buy any potato chips?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Do you have _____ paper?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_____, but not much.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How much do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_____ about 10 sheets of paper.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I just _____ five sheets.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note on the kitchen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Mai, I'm at your aunt's house until six. There is some rice in the pot and there are some vegetables in the fridge. There isn't any meat, so please don't wait for me — just fry the vegetables with two eggs. If you go to the shop, we need a little sugar, a few tomatoes and a bottle of fish sauce. Don't buy any sweets! There is some money in the blue box — 100,000 dong should be enough. Love, Mum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there in the pot?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isn't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should Mai cook?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the three things to buy.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money is in the blue box?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note: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examples of 'some'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one example of 'any' in a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example of 'a little'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example of 'a few'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egg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rice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tomato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water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bread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banana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sugar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money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apple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milk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______ eggs do we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______ sugar is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______ bottles of water?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______ money have you got?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______ tomatoes shall I buy?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How ______ rice do you eat a day?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only ______ milk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have ______ eggs — about three.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puts ______ salt in the soup (a small amount).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There are ______ people at the market today (many).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need ______ tomatoes for the salad (3 or 4).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money do you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 some rice in the pot.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don't want some sugar.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bought three breads.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eggs do we need?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isn't many milk.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six things.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there any milk in your fridge? B: Yes, there is. / No, there isn't 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many eggs are there? B: About six.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plan the food for a class picnic of ten students. Say how much / how many of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'We need ten bottles of water, two kilos of rice, a few tomatoes…'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Checking what you need and making a shopping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any…?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much…do we need?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many…shall I buy?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We've run out of…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enough.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flatmates check the kitchen and write a shopping list of six items with quantities.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______ rice in the pot.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aren't ______ tomatoes.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there ______ milk?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need ______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don't want ______ sweets.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Would you like ______ tea?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Countable vs uncountable (10 common uncountables)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some (+) / any (– 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many + countable / much + uncountable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 few / a little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C (countable) or U (uncountable).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some, any, much, many, a little, a few.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note to a family member: what is in the kitchen and what to buy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/ʃ/ words five times: sugar, sure, she, shop, fish, dish.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