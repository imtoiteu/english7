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4389120"/>
            <a:ext cx="6858000" cy="4114800"/>
          </a:xfrm>
          <a:prstGeom prst="ellipse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778240" y="-1828800"/>
            <a:ext cx="5486400" cy="4572000"/>
          </a:xfrm>
          <a:prstGeom prst="ellipse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UNIT 5  ·  LESSON 3  ·  PERIOD 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7F1FA"/>
                </a:solidFill>
                <a:latin typeface="Calibri"/>
              </a:rPr>
              <a:t>A CLOSER LOOK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92608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Countable and uncountable nouns; some, any, much, many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3035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E7F1FA"/>
                </a:solidFill>
                <a:latin typeface="Calibri"/>
              </a:rPr>
              <a:t>English 7  ·  Let's start! 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Today we will learn to…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463040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508760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1508760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decide whether a noun is countable or uncountable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50592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450592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496312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2496312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use some and any correctly in positive, negative and question sentences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438144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438144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48386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3483864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use much, many, a lot of, a little, a few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425696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4425696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471416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4471416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ask and answer How much…? / How many…?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Warm-up: Container quick-fire  (5')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4206240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149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• Teacher says a food; students give the container ('water' → 'a bottle of water'). Recycles Lesson 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852160"/>
            <a:ext cx="10149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1">
                <a:solidFill>
                  <a:srgbClr val="6B7280"/>
                </a:solidFill>
                <a:latin typeface="Calibri"/>
              </a:rPr>
              <a:t>👉 You: Give container phrases.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sugar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/ˈʃʊɡə/   (n (U))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đường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There isn't much sugar left.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salt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/sɔːlt/   (n (U))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muối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Add a little salt.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egg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/eɡ/   (n (C))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trứng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We need four eggs.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bread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/bred/   (n (U))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bánh mì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There is some bread on the table.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milk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/mɪlk/   (n (U))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sữa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How much milk do you drink?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tomato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/təˈmɑːtəʊ/   (n (C))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cà chua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How many tomatoes do we need?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Useful phrases — learn them as one block!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554480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609344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How much…?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67712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322576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How many…?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80944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35808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There is / There are…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694176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49040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a little / a few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07408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462272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not much / not many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Grammar: Countable and uncountable nouns; some/any; much/many/a lot 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36192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COUNTABLE nouns can be counted: one egg, two eggs. They have a plural.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487168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60320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UNCOUNTABLE nouns cannot: rice, water, sugar, bread, milk, meat, fruit. They have NO plural and take a singular verb.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511296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84448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SOME in positive sentences: There is some rice.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535424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608576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ANY in negatives and questions: There isn't any milk. Is there any bread?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U5L3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63040"/>
          <a:ext cx="11064240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566928">
                <a:tc>
                  <a:txBody>
                    <a:bodyPr/>
                    <a:lstStyle/>
                    <a:p/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Countable (eggs)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Uncountable (sugar)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Positive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There are some eggs.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There is some sugar.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Negative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There aren't any eggs.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There isn't any sugar.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Are there any eggs?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Is there any sugar?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How…?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How many eggs?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How much sugar?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Small amount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a few eggs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a little sugar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Large amount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a lot of / many eggs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a lot of / much sugar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Look at the examples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27632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There is some bread but there isn't any butter.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450592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523744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How many tomatoes do we need? – Four.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346704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419856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How much water do you drink every day? – About two litres.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242816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315968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We only have a few eggs and a little milk.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Be careful! A very common mistake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10698480" cy="23774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828800"/>
            <a:ext cx="100584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Vietnamese does not divide nouns this way, so students say *a rice*, *many waters*, *How many money?* Learn the ten common uncountables by heart: rice, water, milk, bread, meat, sugar, salt, fruit, money, information.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3891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 i="0">
                <a:solidFill>
                  <a:srgbClr val="2E7D32"/>
                </a:solidFill>
                <a:latin typeface="Calibri"/>
              </a:rPr>
              <a:t>👍 Say it like this:  There is some bread but there isn't any butter.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Pronunciation: The /ʃ/ sound and weak 'some'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17320"/>
            <a:ext cx="10881360" cy="123444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08760"/>
            <a:ext cx="103327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1B1B1B"/>
                </a:solidFill>
                <a:latin typeface="Calibri"/>
              </a:rPr>
              <a:t>'sugar' begins with /ʃ/, not /s/: /ˈʃʊɡə/. In positive sentences 'some' is weak: /səm/.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880360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926080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sugar /ˈʃʊɡə/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93592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639312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sure /ʃɔː/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306824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352544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she, shop, fish, dish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020056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5065776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some /səm/ (weak) — 'There's some rice.'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Repeat after me — three times each!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82880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She wants some sugar and some fish.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78892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88036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There's some bread in the shop.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Listening: Some and any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182880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You will hear a real recording: asking for and offering things. Two speakers, scripted dialogue, native English. It lasts 1:18.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02336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1: just listen — do not write.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2: write your answers.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3: check with your partner.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577840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6B7280"/>
                </a:solidFill>
                <a:latin typeface="Calibri"/>
              </a:rPr>
              <a:t>ELLLO — Sound Grammar · 1:18 · Two speakers, scripted dialogue, native English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U5.3-L1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once. Choose the best answer.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What is the recording mainly about?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A. making plans with a friend for the weekend B. asking for and offering things C. places people have been to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U5.3-L2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again. Write the number of the conversation (1-4) you hear each line in.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No, we don’t have any cheese.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No, I did not. I did not see any.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Oh, you know what, we don’t have any cream. Is milk OK?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Oh, that is plenty. I just need five sheets.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Oh great! Did you buy any potato chips?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U5.3-L3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 more and write the missing word.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Man: Do you have _____ paper?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Woman: I have _____, but not much.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Man: How much do you _____?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Woman: I _____ about 10 sheets of paper.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Man: I just _____ five sheets.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Reading: A note on the kitchen 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484632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54480"/>
            <a:ext cx="103327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0">
                <a:solidFill>
                  <a:srgbClr val="1B1B1B"/>
                </a:solidFill>
                <a:latin typeface="Calibri"/>
              </a:rPr>
              <a:t>Mai, I'm at your aunt's house until six. There is some rice in the pot and there are some vegetables in the fridge. There isn't any meat, so please don't wait for me — just fry the vegetables with two eggs. If you go to the shop, we need a little sugar, a few tomatoes and a bottle of fish sauce. Don't buy any sweets! There is some money in the blue box — 100,000 dong should be enough. Love, Mum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U5.3-R1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Answer the questions.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What is there in the pot?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What isn't there?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What should Mai cook?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Write the three things to buy.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How much money is in the blue box?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U5.3-R2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Find in the note: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two examples of 'some'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one example of 'any' in a negative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one example of 'a little'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one example of 'a few'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U5.3-G1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C or U.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egg ___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rice 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tomato ___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water ___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bread ___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U5.3-G1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C or U.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6. banana ___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7. sugar 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8. money ___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9. apple ___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10. milk ___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U5.3-G2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Complete the questions.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How ______ eggs do we need?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How ______ sugar is there?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How ______ bottles of water?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How ______ money have you got?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How ______ tomatoes shall I buy?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U5.3-G2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Complete the questions.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6. How ______ rice do you eat a day?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U5.3-I1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Complete the sentences.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There is only ______ milk left.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We have ______ eggs — about three.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She puts ______ salt in the soup (a small amount).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There are ______ people at the market today (many).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I need ______ tomatoes for the salad (3 or 4).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U5.3-I2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Correct one mistake in each sentence.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How many money do you have?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There are some rice in the pot.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I don't want some sugar.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She bought three breads.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How much eggs do we need?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 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U5.3-I2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Correct one mistake in each sentence.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6. There isn't many milk.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U5.3-S1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Ask your partner about six things.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A: Is there any milk in your fridge? B: Yes, there is. / No, there isn't any.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A: How many eggs are there? B: About six.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U5.3-S2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In pairs, plan the food for a class picnic of ten students. Say how much / how many of everything.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Frame: 'We need ten bottles of water, two kilos of rice, a few tomatoes…'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Real-life English: Checking what you need and making a shopping list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46304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0876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Is there any…?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12848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258568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Are there any…?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62656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08376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How much…do we need?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712464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58184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How many…shall I buy?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62272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507992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We've run out of…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21208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25780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That's enough.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Role play — in pairs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256032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Two flatmates check the kitchen and write a shopping list of six items with quantities.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66344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⏱ 2 minutes to prepare  ·  2 minutes to perform  ·  then swap roles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Do not read! Look at your partner.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✍️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Writing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U5.3-W1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Complete the sentences.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There is ______ rice in the pot.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There aren't ______ tomatoes.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Is there ______ milk?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We need ______ sugar.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I don't want ______ sweets.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✍️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Writing 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U5.3-W1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Complete the sentences.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6. Would you like ______ tea?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Let's remember today's English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0020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7335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Countable vs uncountable (10 common uncountables)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56032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some (+) / any (– ?)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2044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59359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many + countable / much + uncountable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48056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55371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a few / a little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Homework — write it in your notebook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609344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U5.3-H1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609344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Grammar — Write C (countable) or U (uncountable).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523744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578608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U5.3-H2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578608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Grammar — Complete with some, any, much, many, a little, a few.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493008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547872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U5.3-H3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547872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Writing — Write a note to a family member: what is in the kitchen and what to buy (5 sentences).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462272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517136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U5.3-H4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4517136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Pronunciation — Say these /ʃ/ words five times: sugar, sure, she, shop, fish, dish.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98932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</a:rPr>
              <a:t>Homework Book, section U5L3   ·   See you next lesson! 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