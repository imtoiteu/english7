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../audio/FU4L5_1_b24ae633-80a3-46e9-afc8-5e2719ed1fa7_hq.mp3" TargetMode="External"/><Relationship Id="rId3" Type="http://schemas.openxmlformats.org/officeDocument/2006/relationships/hyperlink" Target="https://learningenglish.voanews.com/a/lets-learn-english-lesson-40-the-woods-are-alive/3630341.html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389120"/>
            <a:ext cx="6858000" cy="4114800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78240" y="-1828800"/>
            <a:ext cx="5486400" cy="4572000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UNIT 4  ·  LESSON 5  ·  PERIOD 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7F1FA"/>
                </a:solidFill>
                <a:latin typeface="Calibri"/>
              </a:rPr>
              <a:t>SKILLS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Reading: A young artist + Speaking: My favourite art 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E7F1FA"/>
                </a:solidFill>
                <a:latin typeface="Calibri"/>
              </a:rPr>
              <a:t>English 7  ·  Let's start! 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Today we will learn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08760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508760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read a 220-word interview and answer gist, detail and inference questions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50592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450592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96312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guess new words from context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38144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38144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8386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483864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give a 90-second talk comparing two kinds of music or art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25696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425696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71416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471416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ask a speaker two follow-up questions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Warm-up: Comparison chain  (5')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Each student compares two things from the unit. No repeats.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852160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</a:rPr>
              <a:t>👉 You: Produce comparisons.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exhibition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/ˌeksɪˈbɪʃn/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triển lãm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Her first exhibition was in a school hall.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inspire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/ɪnˈspaɪə/   (v)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truyền cảm hứng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My grandmother inspired me to paint.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imagination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/ɪˌmædʒɪˈneɪʃn/   (n)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trí tưởng tượng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Art needs imagination.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practise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/ˈpræktɪs/   (v)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luyện tập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She practises two hours a day.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prize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/praɪz/   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giải thưởng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He won the first prize.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encourage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/ɪnˈkʌrɪdʒ/   (v)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khuyến khích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My teacher encouraged me to try.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Useful phrases — learn them as one block!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0934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be good at + V-ing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6771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2257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win a prize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80944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35808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take up a hobby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94176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4904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learn by doing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07408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462272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It's never too late to start.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Grammar: Comparing with 'as … as' (extension) and reasons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as + adjective + as = the same: Folk music is AS beautiful AS classical music.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8716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not as + adjective + as = less: Pop music is NOT as old AS Quan Ho.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1129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84448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Always give a reason after a comparison: … because 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6692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Structure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as … as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the same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Her drawing is as good as mine.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not as … 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less than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My drawing is not as good as hers.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comparative + than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more than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Her drawing is better than mine.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Look at the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2763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Water puppetry is not as modern as street art, but it is much older.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50592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523744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Learning the guitar is as difficult as learning the piano.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Be careful! A very common mistake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23774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Students write *as good than* or *not so good as him*. Fix the chunk: as + ADJ + as, with the same word twice.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Calibri"/>
              </a:rPr>
              <a:t>👍 Say it like this:  Water puppetry is not as modern as street art, but it is much older.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Pronunciation: Stress in long words and pausing in a talk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B1B1B"/>
                </a:solidFill>
                <a:latin typeface="Calibri"/>
              </a:rPr>
              <a:t>In a talk, group your words and pause between the groups. Stress the key word in each group.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ex-hi-BI-tion (oo0o)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93592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i-ma-gi-NA-tion (ooo0o)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0682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52544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en-COU-rage (o0o)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20056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065776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PRAC-tise (0o)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Repeat after me — three times each!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My favourite art form / is water puppetry, / because it is funny / and very old.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Listening: Lesson 40: The Woods Are Alive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182880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You will hear a real recording: auditioning for a part in a stage show. American English — VOA’s professional actors (Anna, Pete, Marsha, Ms. Weaver…), slowed learner delivery. It lasts 4:11.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703320"/>
            <a:ext cx="10698480" cy="1435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1: just listen — do not write.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2: write your answers.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3: check with your partner.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248656"/>
            <a:ext cx="10698480" cy="512064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 w="19050">
            <a:solidFill>
              <a:srgbClr val="1E6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500" b="1">
                <a:solidFill>
                  <a:srgbClr val="142C4F"/>
                </a:solidFill>
                <a:hlinkClick r:id="rId2"/>
              </a:rPr>
              <a:t>▶ Play audio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824728"/>
            <a:ext cx="10698480" cy="512064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400" b="1">
                <a:solidFill>
                  <a:srgbClr val="0E7C66"/>
                </a:solidFill>
                <a:hlinkClick r:id="rId3"/>
              </a:rPr>
              <a:t>🌐 Listen online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428232"/>
            <a:ext cx="10698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VOA Learning English — Let’s Learn English, Level 1 · 4:11 · American English — VOA’s professional actors (Anna, Pete, Marsha, Ms. Weaver…), slowed learner delivery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U4.5-L1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once. Choose the best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the recording mainly about?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what will happen if we do something B. a spy story and a museum about spies C. auditioning for a part in a stage show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U4.5-L2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again. Write T (true) or F (false).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I'm a tree in … "The Woods Are Alive!" Yes!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Lesson 43: The Woods Are Alive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Quiz - Let's Learn English Lesson 43: How Am I Doing?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Oh, Anna, that fits you perfectly!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'You will never get out of these woods alive!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U4.5-L3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 more and write the missing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Director: Let's begin on _____ 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Director: Can you speak more _____ and a little more, um, seriously?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Director: Let's turn to _____ 25.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Director: In this scene, you are moving slowly and _____ through the woods.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Director: You are walking quickly and _____.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Reading: 'I paint what I remember' — an interview with Ngu…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484632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54480"/>
            <a:ext cx="103327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1B1B1B"/>
                </a:solidFill>
                <a:latin typeface="Calibri"/>
              </a:rPr>
              <a:t>Thu Ha lives in a small town in Ninh Binh. Last month, thirty of her paintings were shown in an exhibition in Hanoi. We asked her a few questions. When did you start painting? – When I was seven. My grandmother could not read or write, but she drew beautiful flowers on rice paper. She inspired me. I copied her for years. Do you go to an art school? – No. There isn't one near my town. I learn by doing, and I watch videos on my phone. My English is not very good, so I follow the pictures, not the words! What do you paint? – I paint what I remember: the road to my school, the market at five in the morning, my grandmother's hands. I don't paint from photographs. Photographs are more exact, but memory is more honest. Is it difficult? – Yes. I practise almost every evening, and most of my pictures are not good. But my teacher says the bad pictures are as important as the good ones, because yo…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U4.5-R1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Choose the best title for the interview.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How to become famous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B. A young artist who learned by herself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C. Art schools in Viet Nam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U4.5-R2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Answer the questions.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How old was Thu Ha when she started?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Who inspired her and why?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How does she learn?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Give two things she paints.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Why does she prefer memory to photographs?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U4.5-R3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Find a word or phrase that means: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gave someone the wish to do something (paragraph 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to do something again and again to get better (paragraph 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exactly correct (paragraph 4)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true, not hiding anything (paragraph 4)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U4.5-R4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Answer with your own ideas.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Why does she say 'the bad pictures are as important as the good ones'?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What does her last answer tell us about her character?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Do you agree that you should 'start now'? Why (not)?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U4.5-G1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Complete the sentences.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Her drawing is ______ good ______ mine. (=)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Pop music is not ______ old ______ folk music. (–)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This exhibition is ______ interesting ______ the last one. (=)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My guitar is not ______ expensive ______ yours. (–)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U4.5-G2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Read the interview again and write T or 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Thu Ha goes to an art school in Hanoi.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Her grandmother could not read or write.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She paints from photographs.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She practises almost every evening.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She tells students to wait until they are good.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U4.5-I1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Close the book. Tell your partner about Thu Ha in five sentences.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Who / where / when she started / how she learns / her advice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U4.5-I2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Do U4.5-S2 in your group.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U4.5-I2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10698480" cy="219456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011680"/>
            <a:ext cx="100584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 i="0">
                <a:solidFill>
                  <a:srgbClr val="1B1B1B"/>
                </a:solidFill>
                <a:latin typeface="Calibri"/>
              </a:rPr>
              <a:t>Do U4.5-S2 in your group.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U4.5-S1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Make notes for a 90-second talk.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My favourite kind of music / art is… 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Where it comes from / how it is made ______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Two reasons why I like it ______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A comparison with something else (more … than / not as … as) ______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Conclusion ______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U4.5-S2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Speak for 90 seconds in a group of four. Each listener asks one question.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Useful language: 'My favourite… is…', 'It comes from…', 'I like it because…', 'It is more … than…', 'Thank you for listening.'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Real-life English: Encouraging and complimenting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6304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0876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That's really interesting!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12848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You're good at this.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62656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08376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Well done!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12464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Keep going!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62272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07992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I'd like to try that.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21208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25780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Where can I learn it?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Role play — in pairs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256032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After each talk, listeners must give one compliment and ask one question.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⏱ 2 minutes to prepare  ·  2 minutes to perform  ·  then swap roles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Do not read! Look at your partner.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U4.5-W1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Turn your five notes into five sentences.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U4.5-W1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10698480" cy="219456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011680"/>
            <a:ext cx="100584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 i="0">
                <a:solidFill>
                  <a:srgbClr val="1B1B1B"/>
                </a:solidFill>
                <a:latin typeface="Calibri"/>
              </a:rPr>
              <a:t>Turn your five notes into five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Let's remember today's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Reading: gist → detail → inference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as … as / not as … 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Talk plan in five parts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Homework — write it in your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U4L5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09344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U4.5-H1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609344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Reading — Answer in full sentences.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23744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78608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U4.5-H2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7860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Vocabulary — Complete with inspire, imagination, practise, prize, encourage.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93008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47872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U4.5-H3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47872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Writing — Write your talk as a paragraph (80–90 words).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62272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17136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U4.5-H4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17136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Speaking — Practise your talk three times. Time it: 90 seconds.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</a:rPr>
              <a:t>Homework Book, section U4L5   ·   See you next lesson!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