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5  ·  PERIOD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Reading: A young artist + Speaking: My favourite art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read a 220-word interview and answer gist, detail and inference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guess new words from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 90-second talk comparing two kinds of music or 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 speaker two follow-up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Comparison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compares two things from the unit. No repeats.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 first exhibition was in a school hall.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inspire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/ɪnˈspaɪə/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truyền cảm hứng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inspired me to paint.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imagination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/ɪˌmædʒɪˈneɪʃn/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trí tưởng tượng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Art needs imagination.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practise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/ˈpræktɪs/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luyện tập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practises two hours a 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/praɪz/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giải thưởng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won the first prize.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encourage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/ɪnˈkʌrɪdʒ/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khuyến khích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teacher encouraged me to 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win a prize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up a hobby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learn by doing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never too late to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Comparing with 'as … as' (extension) and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 + adjective + as = the same: Folk music is AS beautiful AS classical music.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not as + adjective + as = less: Pop music is NOT as old AS Quan 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Always give a reason after a comparison: … because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as … as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 same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as good as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as … 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less than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drawing is not as good as hers.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comparative +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more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better than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Water puppetry is not as modern as street art, but it is much older.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Learning the guitar is as difficult as learning the piano.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write *as good than* or *not so good as him*. Fix the chunk: as + ADJ + as, with the same word twice.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Water puppetry is not as modern as street art, but it is much 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Stress in long words and pausing in a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talk, group your words and pause between the groups. Stress the key word in each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ex-hi-BI-tion (oo0o)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i-ma-gi-NA-tion (ooo0o)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en-COU-rage (o0o)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PRAC-tise (0o)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favourite art form / is water puppetry, / because it is funny / and very 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40: The Woods Are Alive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auditioning for a part in a stage show. American English — VOA’s professional actors (Anna, Pete, Marsha, Ms. Weaver…), slowed learner delivery. It lasts 4:11.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4:11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will happen if we do something B. a spy story and a museum about spies C. auditioning for a part in a stage show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I'm a tree in … "The Woods Are Alive!" Yes!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43: The Woods Are Alive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Let's Learn English Lesson 43: How Am I Doing?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Anna, that fits you perfectly!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'You will never get out of these woods alive!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Director: Let's begin on _____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Director: Can you speak more _____ and a little more, um, seriously?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Director: Let's turn to _____ 25.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Director: In this scene, you are moving slowly and _____ through the woods.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Director: You are walking quickly and _____.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Reading: 'I paint what I remember' — an interview with Ngu…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Thu Ha lives in a small town in Ninh Binh. Last month, thirty of her paintings were shown in an exhibition in Hanoi. We asked her a few questions. When did you start painting? – When I was seven. My grandmother could not read or write, but she drew beautiful flowers on rice paper. She inspired me. I copied her for years. Do you go to an art school? – No. There isn't one near my town. I learn by doing, and I watch videos on my phone. My English is not very good, so I follow the pictures, not the words! What do you paint? – I paint what I remember: the road to my school, the market at five in the morning, my grandmother's hands. I don't paint from photographs. Photographs are more exact, but memory is more honest. Is it difficult? – Yes. I practise almost every evening, and most of my pictures are not good. But my teacher says the bad pictures are as important as the good ones, because yo…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best title for the interview.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to become famous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young artist who learned by herself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Art schools in Viet Nam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old was Thu Ha when she started?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Who inspired her and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does she learn?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Give two things she paints.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does she prefer memory to photographs?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or phrase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gave someone the wish to do something (paragraph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to do something again and again to get better (paragraph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exactly correct (paragraph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true, not hiding anything (paragraph 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with your own ideas.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Why does she say 'the bad pictures are as important as the good ones'?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her last answer tell us about her character?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 you agree that you should 'start now'? Why (not)?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Her drawing is ______ good ______ mine. (=)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Pop music is not ______ old ______ folk music. (–)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exhibition is ______ interesting ______ the last one. (=)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My guitar is not ______ expensive ______ yours. (–)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interview again and write T or 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Thu Ha goes to an art school in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Her grandmother could not read or write.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paints from photographs.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practises almost every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tells students to wait until they are good.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Close the book. Tell your partner about Thu Ha in five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Who / where / when she started / how she learns / her advice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notes for a 90-second talk.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favourite kind of music / art is…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Where it comes from / how it is made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reasons why I like it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comparison with something else (more … than / not as … as)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Conclusion ______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Speak for 90 seconds in a group of four. Each listener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language: 'My favourite… is…', 'It comes from…', 'I like it because…', 'It is more … than…', 'Thank you for listening.'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Encouraging and complimenting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really interesting!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good at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Well done!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Keep going!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 to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can I learn it?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After each talk, listeners must give one compliment and ask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Reading: gist → detail →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as … as / not as … 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Talk plan in five parts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Reading — Answer in full sentences.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inspire, imagination, practise, prize, encourage.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talk as a paragraph (80–90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your talk three times. Time it: 90 seconds.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U4L5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