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4L4_1_e0c9e4c4-584b-4bd7-a4d5-a4b1f7bdfa8f_hq.mp3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4  ·  LESSON 4  ·  PERIOD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Everyday English: inviting someone to a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invite someone to an event and accept or refuse politely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make arrangements (day, time, place, price)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take part in a 6-turn invitation role 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a short invitation message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Comparative quiz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Quick-fire: teacher says two things, students make a comparison. Recycles Lesson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Make comparisons.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invite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/ɪnˈvaɪt/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mời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I'd like to invite you to the show.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/ˈtɪkɪt/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vé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tickets cost 60,000 dong.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/friː/   (adj)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miễn phí; rảnh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Are you free on Saturday? The show is 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exhibition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/ˌeksɪˈbɪʃn/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triển lãm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There is a photography exhibition at the centre.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/bʊk/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đặt (vé)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Shall I book two tickets?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meet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/miːt ʌp/   (v phr)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gặp nhau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Let's meet up at six thirty.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Would you like to…?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How about Saturday?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I'd love to!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I'm afraid I can't.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What time shall we meet?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See you there!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Invitations: Would you like to…? / How about + V-ing?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Would you like to + BARE VERB? – the standard polite invitation.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How about / What about + V-ING? – a friendly suggestion.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Shall we + BARE VERB? – suggesting something you both 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Accept: I'd love to. / That sounds great. Refuse: I'm afraid I can't. I'm busy on Saturday.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Would you like to + verb?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Would you like to come to the concert?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How about + V-ing?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How about going on Sunday?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Shall we + verb?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Shall we meet at six?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Let's + verb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Let's book the tickets today.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Would you like to come to the art exhibition on Saturday?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How about meeting at the school gate at half past two?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I'd love to, thanks! What time shall we meet?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*Would you like to coming?* and *How about to go?* — remember: 'would you like TO + verb', but 'how about + V-ING'.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Would you like to come to the art exhibition on Saturday?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Contractions and friendly intonation in invitations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'I would love to' is almost always 'I'd love to' /aɪd lʌv tuː/. Invitations rise at the end; happy acceptance falls with energy.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Would you like to…? ↗ /wʊdʒə laɪk tə/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I'd love to! ↘ (with energy)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I'm afraid I can't. ↘ (gentle)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How about Saturday? 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Would you like to come? ↗ B: I'd love to! 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How about Sunday? ↗ B: I'm afraid I can't. 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Listening: Lesson 21: Can You Come to the Party?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inviting friends to a party. American English — VOA’s professional actors (Anna, Pete, Marsha, Ms. Weaver…), slowed learner delivery. It lasts 2:57.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VOA Learning English — Let’s Learn English, Level 1 · 2:57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what somebody did yesterday B. inviting friends to a party C. how one person travels in the 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Then I have to take a test in the car.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Will you be busy all day?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Let's Learn English - Level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Anna, maybe you can just bring food.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Lesson 23: What Can You Do?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Marsha: Hey, Anna, my friend is having a _____ on Saturday.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Marsha: Can you _____ with 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Anna: Sorry, I can’t _____ with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Marsha: The _____ is at night.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Anna: Then I _____ come with you to the party on Saturday night.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Three messages on a class group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Hoa: Hi everyone! There's a water puppet show at the theatre on Saturday at 7 p.m. Tickets are 40,000 dong for students. Would anyone like to come? 🎭 Nam: I'd love to! Shall we meet at the bus stop at half past six? Linh: I'm afraid I can't — I have my English class on Saturday evening. But how about Sunday afternoon? There's another show at 3 p.m. Hoa: Sunday is better for me too. Let's book five tickets for Sunday. Please send the money to me before Friday. See you there!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event and how much does it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Why can't Linh come on Saturday?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What day and time do they choose in the end?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must everybody do before Friday?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Match the sentence with the reply.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Would you like to come to the concert?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time shall we meet?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How much are the tickets?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I'm afraid I can't come on Saturday.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50,000 dong for students.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Match the sentence with the reply.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That's a shame. How about Sunday?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I'd love to!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How about half past six?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Would you like ______ (come) to the show?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How about ______ (meet) at six?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Shall we ______ (book) the tickets?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about ______ (go) on Sunday?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I'd love ______ (see) that exhibition.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missing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______ free on Sunday afternoon?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Yes, I am. Why?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There's an art exhibition at the museum. ______ like to come?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______ ! How much is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It's ______ for students.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missing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Great. What time ______ we meet?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______ two o'clock at the gate?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Perfect. ______ there!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Perform U4.4-S2 for another pair with the checklist.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Perform U4.4-S2 for another pair with the checklist.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Invite your partner to each event. Your partner accepts twice and refuses twice (with a reason).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 football match on Saturday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an art exhibition on Sunday morning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 folk concert on Friday evening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 school play on Thursday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Invite, agree on the event, then arrange the day, time, place and price. Six turns minimum.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Checklist: □ invitation □ accept/refuse □ day □ time □ place □ price □ ending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Real-life English: Inviting, accepting, refusing and making arrangements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Are you free on Saturday?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Would you like to come to…?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I'd love to!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 sounds great.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I'm afraid I can't. I'm busy.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How about Sunday instead?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Group chat role play in fours: one student invites, one accepts, one refuses and suggests another day, one arranges the meeting.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U4.4-W1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a short message (3–4 sentences) inviting a friend to a show.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Include: the event, the day and time, the price, and a question about meeting.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Would you like to + verb / How about + V-ing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Accepting and refusing with a reason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Arranging day, time, place, price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U4.4-H1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Everyday English — Write what you say.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U4.4-H2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Complete with the correct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U4.4-H3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your invitation message (4 sentences) neatly.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U4.4-H4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Practise the invitation dialogue at home. Say 'I'd love to!' with energy five times.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U4L4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