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4  ·  PERIOD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offering help and thanking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and accept or refuse an offer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thank someone and respond to thanks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role play about a community activity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interview a classmate about a past experience and report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Past questions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ask each other one past question along the row: 'What did you do yesterday?'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Ask and answer past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đề nghị giúp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offered to carry my bag.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someone a hand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/ɡɪv ˈsʌmwʌn ə hænd/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giúp một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Can you give me a hand?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grateful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/ˈɡreɪtfl/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biết ơn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are very grateful for your help.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appreciate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/əˈpriːʃieɪt/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trân trọng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really appreciate your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mang, vác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carried the boxes to the truck.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/ʃeə/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shared the work between six people.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help you with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so much.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You're welcome. / Don't mention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Offers with Can I…? / Shall I…? / Would you like…?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I help you? – the simplest and most common offer.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I carry that? – slightly more formal, common in Britain.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some help? – polite, used with strangers and adults.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Accepting: Yes, please. That's very kind of you. Refusing: No, thanks. I'm fine.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Accept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Refuse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Can I help you?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No, thanks. I'm fine.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Shall I carry that?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That's very kind of you.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It's OK, thanks. I can do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Would you like some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 you, I'd love some.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Thanks, but I'm nearly finished.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 I give you a hand with those books? – Yes, please. They're heavy!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open the door for you? – That's very kind of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*I help you?* or *You want help?* — direct translations that sound abrupt. Teach the three fixed offer forms as chunks.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Can I give you a hand with those books? – Yes, please. They're heavy!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Polite rising intonation in offers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An offer goes UP at the end. A flat or falling offer sounds like an order. Compare: 'Can I help you? ↗' (kind) vs 'Can I help you. ↘' (cold).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Can I help you?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carry that?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some help?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please.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Can I help you? ↗ B: Yes, please. That's very kind.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Shall I carry that box? ↗ B: No, thanks. I'm fine.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41: Teamwork Works Best With a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working together as a team. American English — VOA’s professional actors (Anna, Pete, Marsha, Ms. Weaver…), slowed learner delivery. It lasts 3:32.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3:32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plans for a trip next summer B. how one person travels in the city C. working together as a team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Let's Learn English - Level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45: I Was Minding My Own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Welcome to The Time Traveling Treehouse!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this chart shows the audience of The Time Traveling Treehouse.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If you look at this chart, you will see something good.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am walking to _____.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Today my boss will tell me what she thinks of my _____.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Ms. Weaver: I have something -- _____ posters!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“TEAMWORK works best with a _____.” A team of cats.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Quiz - Lesson 41: Teamwork Works Best With a _____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Thank-you notes on the school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'Thank you to class 7A for the 214 books. Our children read every evening now.' – Sunflower Children's Home 'A big thank you to the students who cleaned the road in front of my shop last Sunday. I did not ask, and they did not want money. That is real kindness.' – Mr Tam, the bookshop 'We are very grateful to the Green Sunday Club. In one year they collected 12,000 plastic bottles from our street.' – The Ward Committee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Who wrote the first note and 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did the students do for Mr Tam?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Did Mr Tam ask them to do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bottles did the club collect?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Can I give you a hand?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please.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I'm fine.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really appreciate it.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Shall I carry that? 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That's very kind of you.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hand   please   kind   welcome   Shall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a (1) ______ with those chairs?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(2) ______ . That's very (3) ______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(4) ______ I take the big ones?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Thank you so much!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You're (5)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U3.4-S2 for another pair with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one offer □ accept/refuse □ a question □ thanks □ polite intonation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situations and make an offer. Your partner accepts or refuses.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teacher is carrying twenty books.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old lady drops her bag.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is cleaning the board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tourist is looking at a map.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Your mother is cooking for ten guests.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a volunteer organiser, B is a student who wants to help.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Organiser: welcome → say the jobs → answer a question → thank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Student: offer help → choose a job → ask about the time → say goodbye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 help, accepting, refusing and thanking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so much.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Chain role play in fours: A offers help to B, B thanks A; then B offers help to C, and so on round the group.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thank-you note (3–4 sentences) to people who helped your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what they did, how it helped, and thank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Offers: Can I…? / Shall I…? / Do you need a hand?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Thanking and responding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offer, grateful, appreciate, carry,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thank-you note from U3.4-W1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three offers with rising intonation five times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