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3  ·  LESSON 3  ·  PERIOD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Past simple: negatives, questions and irregular verbs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make negative sentences with didn't + bare verb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and answer past simple questions (Did you…? What did you…?)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twelve common irregular verbs in the past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talk about a past experience for one minute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Irregular verb slam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Write ten base verbs on the board. Teams race to write the past forms.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Check together; drill the pronunciation of bought /bɔːt/ and taught /tɔːt/.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Race to write past 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go → went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/went/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đã đi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went to the orphanage.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do →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/dɪd/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đã làm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What did you do last Sunday?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give → gave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/ɡeɪv/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đã cho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They gave us some cakes.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take → took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/tʊk/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đã lấy/mang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took the books to the library.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make → made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/meɪd/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đã làm/tạo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She made twenty sandwiches.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buy → bought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/bɔːt/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đã mua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club bought school bags.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teach → taught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/tɔːt/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đã dạy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 taught the children to swim.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meet → 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/met/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đã gặp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met the head teacher at nine.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 did you do…?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Where did you go…?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many … did you …?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was + adjective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We had a great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Past simple: negative and question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Negative: didn't + BARE verb. The past is already in 'didn't', so the main verb goes back to its simple 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Question: Did + subject + BARE verb? Short answers: Yes, I did. / No, I didn't.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Wh- question: What / Where / When / How many + did + subject + bare verb?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BUT the verb 'be' is different: was / wasn't, were / weren't (no 'did').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We cleaned the park.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We didn't clean the park.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Did you clean the park?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Irregular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They went to the centre.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They didn't go to the centre.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Did they go to the centre?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It was hard.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It wasn't hard.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Was it hard?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Did you take part in the clean-up day? – Yes, I did.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We didn't finish before five o'clock.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What did the club buy with the money? – They bought school bags.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42816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The weather was hot, but the students weren't tired.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THE classic error: *Did you went?* / *I didn't went.* After DID or DIDN'T the verb has NO past form. Only one word can carry the past — and 'did' has already taken the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Did you take part in the clean-up day? – Yes, I did.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'did you' in fast speech and stress in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In natural speech 'did you' sounds like /dɪdʒə/. The stress falls on the main verb: 'What did you DO?' Students should recognise it, not copy it exactly.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What did you do? → /wɒt dɪdʒə duː/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Did you go? → /dɪdʒə ɡəʊ/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Where did you go? → /weə dɪdʒə ɡəʊ/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What did you DO last Sunday?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Where did you GO?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Did you EN-joy it?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The past simple: irregular verbs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what people did last night and last weekend. Two speakers, scripted dialogue, native English. It lasts 2:18.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ELLLO — Sound Grammar · 2:18 · Two speakers, scripted dialogue, native English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asking for everyday objects B. saying where places and things are C. what people did last night and last weekend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the number of the conversation (1-4) you hear each line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didn’t try that, but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It was all so good.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Wow, you paid a lot!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just stayed home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Yeah, I really wanted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Man: What _____ you do last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Man: I _____ to the park 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Woman: Oh, I am glad you _____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Man: How _____ your trip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Woman: I _____ such a great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A letter of thanks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Dear Class 7A, Thank you very much for your visit last Saturday. The children talked about it all week! You didn't only bring books — you brought your time and your voices. The little ones loved the songs, and Minh, our shyest boy, spoke to a visitor for the first time in two years. We counted the books: 214. We put them on the new shelf that your teacher made. Please come again in December. With many thanks, Mrs Nguyen Thi Hoa, Sunflower Children's Home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When did class 7A visit?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How many books did they bring?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did the little children love?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was special about Minh?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Who made the shelf?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past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go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do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give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take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make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past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buy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7. teach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8. meet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9. is/am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10. are 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Make the sentences negative.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We went to the market.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She cleaned her room.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They bought a present.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met the head teacher.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He was tired.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and 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Did you went to the beach?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didn't cleaned my room.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She don't go to school yesterday.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you did last Sunday?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They was very happy.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and 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Did he bought a book?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U3.3-S1, then tell the class two answers.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U3.3-S1, then tell the class two answers.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'Did you…?' questions and find a name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…went to the countryside last summer.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…helped a neighbour last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…gave something to a charity.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…took part in a school activity.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…made something with their hands.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Tell your partner about a day when you helped someone. Answer these four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When was it? / Where did you go? / What did you do? / How did you feel?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Asking about a past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Did you have a good time?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 did you do?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Where did you go?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was 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 was great / hard / tiring but fun.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Sounds interesting!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 came back from a volunteer trip. B asks five past questions. Then swap.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U3.3-W1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Rewrite each sentence as a negative and then as a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They cleaned the beach.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She went to the orphanage.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We bought new books.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He taught the children.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didn't + bare verb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Did + subject + bare verb?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12 irregular verbs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was / were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U3.3-H1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Complete with the past simple.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U3.3-H2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the questions for the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U3.3-H3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5 sentences about what you did last weekend. Include one negative sentence and two irregular verbs.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U3.3-H4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asking the five questions from U3.3-S1 aloud. Remember: 'What did you DO?' — stress the main verb.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U3L3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