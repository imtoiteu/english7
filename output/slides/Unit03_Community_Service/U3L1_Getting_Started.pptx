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1  ·  PERIOD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 can we do for our community?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community-service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 short conversation about volunteering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which activities they have done or would like to 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helping other people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Good deed brainstorm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HELP OTHER PEOPLE on the board. Students give one idea each in English or Vietnamese; you write the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ideas; read the English 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/kəˈmjuːnəti/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cộng đồng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community needs a cleaner park.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 viên; tình nguyện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works as a volunteer at weekends.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clean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/kliːn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dọn dẹp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cleaned up the beach on Sunday.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plant trees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/plɑːnt triːz/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trồng cây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students planted 50 trees.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/dəʊˈneɪt/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quyên góp, tặng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donated 200 books to the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elderly 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/ˈeldəli ˈpiːpl/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cao tuổi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visit elderly people every 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orphanage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/ˈɔːfənɪdʒ/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trại trẻ mồ côi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club helps a small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lot of litter near the lake.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an activity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help out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raise money for…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something useful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make a difference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 – first look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past simple for finished actions in the past.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Regular verbs add -ed: clean → cleaned, plant → planted.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Many common verbs are irregular: go → went, do → did, give → gave.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went to the orphanage yesterday.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Time words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yesterday, last week, last month, two days ago, in 2024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class planted twenty trees last April.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helped my neighbour yesterday.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They gave old books to the library.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has no verb ending for the past — the time word does the job (hôm qua tôi đi). So students say *Yesterday I go*. In English BOTH the time word AND the verb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class planted twenty trees last April.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-ed ending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-ed has three sounds: /t/ after a quiet sound (helped), /d/ after a voiced sound (cleaned), /ɪd/ after t or d (planted, needed).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/t/: helped, washed,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/d/: cleaned, played, opened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/ɪd/: planted, painted, needed, visited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cleaned the park and planted trees.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helped, washed and painted.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47: How Can I help?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offering help to other people. American English — VOA’s professional actors (Anna, Pete, Marsha, Ms. Weaver…), slowed learner delivery. It lasts 3:12.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3:12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offering help to other people B. asking for and offering things C. going to a baseball game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Quiz - Lesson 50: How Can I Help?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goes and quickly comes back with tools.)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can watch the rest of your online video course.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 be out of gas.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46: December I Borrow That?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But if you need _____, I can help.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Pete: Anna, I _____ fix it myself.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You _____ all of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Pete, _____ you fix a car yourself?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Pete: But, Anna, I don’t _____ your 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Small actions, big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You do not need to be rich or old to help your community. Here are three real examples from students in Viet Nam. In Hoi An, a group of 25 students cleans the river bank every second Sunday. Last year they collected more than 400 bags of litter. In Thai Nguyen, class 7C visits a home for elderly people once a month. The students sing, read the newspaper aloud and listen to the old people's stories. 'They wait for us all month,' says Hoa, 13. In Can Tho, three friends started a small library in their street. They asked their neighbours for old books, painted a shelf, and now forty children borrow books every week.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Which town? Write Hoi An, Thai Nguyen or Can Tho.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Students collect litter.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Students started a library.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Students visit old people.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Students painted something.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Students listen to stories.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a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students clean the river bank.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They collected ______ bags of litter.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Class 7C visits ______ a month.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children borrow books every week.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clean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donate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collect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books and clothes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the beach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litter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elderly people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PAST or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clean the park every Sunday.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cleaned the park last Sunday.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donate books every year.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donated 200 books in 2024.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help my neighbour on Saturdays.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verbs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cleaned   planted   donated   visited   helped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April our school ______ 50 trees.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______ the beach two weeks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class ______ an orphanage last month.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______ 100 books to the library.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______ my grandmother yesterday.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five activities.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Did you clean up your street last year? B: Yes, I did. / No, I didn't.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(clean up / plant trees / donate books / visit elderly people / help a neighbour)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Making and responding to suggestions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we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we…?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 could…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sure. What about…?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Let's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Class meeting: in groups of four, suggest three activities for Volunteer Day, discuss them and vote for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sentences about helping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year my class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would like to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my street, students should ______ 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community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past simple – positive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-ed has three sounds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community, volunteer, litter, orphanage, elderly.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simple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something good your class or family did last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six verbs aloud with a clear -ed: cleaned, planted, helped, visited, donated, worked.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