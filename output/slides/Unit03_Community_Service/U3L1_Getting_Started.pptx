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3L1_1_8511524b-9e6f-4e73-9fa1-cd3f6b32b495_hq.mp3" TargetMode="External"/><Relationship Id="rId3" Type="http://schemas.openxmlformats.org/officeDocument/2006/relationships/hyperlink" Target="https://learningenglish.voanews.com/a/lets-learn-english-lesson-47-how-can-i-help/3737352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3  ·  LESSON 1  ·  PERIOD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 can we do for our community?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eight community-service activities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understand a short conversation about volunteering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say which activities they have done or would like to 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three sentences about helping other people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Good deed brainstorm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Write HELP OTHER PEOPLE on the board. Students give one idea each in English or Vietnamese; you write the English.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Give ideas; read the English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/kəˈmjuːnəti/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cộng đồng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Our community needs a cleaner park.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volunteer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/ˌvɒlənˈtɪə/   (n/v)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tình nguyện viên; tình nguyện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works as a volunteer at weekends.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clean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/kliːn ʌp/   (v phr)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dọn dẹp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cleaned up the beach on Sunday.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plant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/plɑːnt triːz/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trồng cây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students planted 50 trees.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donate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/dəʊˈneɪt/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quyên góp, tặng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They donated 200 books to the school.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elderly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/ˈeldəli ˈpiːpl/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người cao tuổi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visit elderly people every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orphanage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/ˈɔːfənɪdʒ/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trại trẻ mồ côi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Our club helps a small orphanage.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litter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/ˈlɪtə/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rác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is a lot of litter near the lake.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part in an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help out at…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raise money for…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 something useful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make a difference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Past simple – first look (recycled and extended)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We use the past simple for finished actions in the past.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Regular verbs add -ed: clean → cleaned, plant → planted.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Many common verbs are irregular: go → went, do → did, give → gave.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We cleaned the park last Sunday.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Irregular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We went to the orphanage yesterday.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Time words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yesterday, last week, last month, two days ago, in 2024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Our class planted twenty trees last April.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 helped my neighbour yesterday.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They gave old books to the library.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Vietnamese has no verb ending for the past — the time word does the job (hôm qua tôi đi). So students say *Yesterday I go*. In English BOTH the time word AND the verb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Our class planted twenty trees last April.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The -ed ending (introduction)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-ed has three sounds: /t/ after a quiet sound (helped), /d/ after a voiced sound (cleaned), /ɪd/ after t or d (planted, needed).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/t/: helped, washed, worked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/d/: cleaned, played, opened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/ɪd/: planted, painted, needed, visited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We cleaned the park and planted trees.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They helped, washed and painted.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47: How Can I help?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offering help to other people. American English — VOA’s professional actors (Anna, Pete, Marsha, Ms. Weaver…), slowed learner delivery. It lasts 3:12.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9848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48656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24728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0E7C66"/>
                </a:solidFill>
                <a:hlinkClick r:id="rId3"/>
              </a:rPr>
              <a:t>🌐 Listen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VOA Learning English — Let’s Learn English, Level 1 · 3:12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offering help to other people B. asking for and offering things C. going to a baseball game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Quiz - Lesson 50: How Can I Help?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(She goes and quickly comes back with tools.)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can watch the rest of your online video course.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can’t be out of gas.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Lesson 46: December I Borrow That?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But if you need _____, I can help.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Pete: Anna, I _____ fix it myself.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You _____ all of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Anna: Pete, _____ you fix a car yourself?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Pete: But, Anna, I don’t _____ your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Small actions, big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You do not need to be rich or old to help your community. Here are three real examples from students in Viet Nam. In Hoi An, a group of 25 students cleans the river bank every second Sunday. Last year they collected more than 400 bags of litter. In Thai Nguyen, class 7C visits a home for elderly people once a month. The students sing, read the newspaper aloud and listen to the old people's stories. 'They wait for us all month,' says Hoa, 13. In Can Tho, three friends started a small library in their street. They asked their neighbours for old books, painted a shelf, and now forty children borrow books every week.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Which town? Write Hoi An, Thai Nguyen or Can Tho.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Students collect litter.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Students started a library.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Students visit old people.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Students painted something.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Students listen to stories.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a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______ students clean the river bank.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They collected ______ bags of litter.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Class 7C visits ______ a month.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 children borrow books every week.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correct phrase.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clean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donate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collect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correct phrase.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books and clothes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the beach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litter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elderly people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PAST or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We clean the park every Sunday.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We cleaned the park last Sunday.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They donate books every year.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They donated 200 books in 2024.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help my neighbour on Saturdays. 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verbs in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07A1F"/>
                </a:solidFill>
                <a:latin typeface="Calibri"/>
              </a:rPr>
              <a:t>cleaned   planted   donated   visited   helped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Last April our school ______ 50 trees.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We ______ the beach two weeks 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My class ______ an orphanage last month.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7550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They ______ 100 books to the library.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33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______ my grandmother yesterday.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the class-meeting role play and vote.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the class-meeting role play and vote.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your partner about five activities.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Did you clean up your street last year? B: Yes, I did. / No, I didn't.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(clean up / plant trees / donate books / visit elderly people / help a neighbour)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Making and responding to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think we should…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don't we…?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We could…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a good idea.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not sure. What about…?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Let's vote.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Class meeting: in groups of four, suggest three activities for Volunteer Day, discuss them and vote for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U3.1-W1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three sentences about helping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Last year my class ______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would like to ______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In my street, students should ______ 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community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past simple – positive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-ed has three sounds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U3L1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U3.1-H1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community, volunteer, litter, orphanage, elderly.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U3.1-H2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the past simple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U3.1-H3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4 sentences about something good your class or family did last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U3.1-H4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Say these six verbs aloud with a clear -ed: cleaned, planted, helped, visited, donated, worked.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U3L1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