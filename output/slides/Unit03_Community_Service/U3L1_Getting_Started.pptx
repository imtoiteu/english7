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3  ·  LESSON 1  ·  PERIOD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GETTING STARTED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What can we do for our community?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name eight community-service activities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understand a short conversation about volunteering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say which activities they have done or would like to do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write three sentences about helping other people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Good deed brainstorm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Write HELP OTHER PEOPLE on the board. Students give one idea each in English or Vietnamese; you write the English.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Give ideas; read the English words.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community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/kəˈmjuːnəti/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cộng đồng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Our community needs a cleaner park.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volunteer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/ˌvɒlənˈtɪə/   (n/v)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tình nguyện viên; tình nguyện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She works as a volunteer at weekends.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clean up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/kliːn ʌp/   (v phr)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dọn dẹp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We cleaned up the beach on Sunday.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plant trees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/plɑːnt triːz/   (v phr)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trồng cây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 students planted 50 trees.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donate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/dəʊˈneɪt/   (v)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quyên góp, tặng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They donated 200 books to the school.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elderly people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/ˈeldəli ˈpiːpl/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người cao tuổi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We visit elderly people every month.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orphanage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/ˈɔːfənɪdʒ/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trại trẻ mồ côi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Our club helps a small orphanage.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litter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/ˈlɪtə/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rác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There is a lot of litter near the lake.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take part in an activity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help out at…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raise money for…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do something useful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make a difference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Grammar: Past simple – first look (recycled and extended)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We use the past simple for finished actions in the past.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Regular verbs add -ed: clean → cleaned, plant → planted.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Many common verbs are irregular: go → went, do → did, give → gave.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We cleaned the park last Sunday.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Irregular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We went to the orphanage yesterday.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Time words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yesterday, last week, last month, two days ago, in 2024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Our class planted twenty trees last April.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374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I helped my neighbour yesterday.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346704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419856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They gave old books to the library.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Vietnamese has no verb ending for the past — the time word does the job (hôm qua tôi đi). So students say *Yesterday I go*. In English BOTH the time word AND the verb change.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Our class planted twenty trees last April.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Pronunciation: The -ed ending (introduction)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-ed has three sounds: /t/ after a quiet sound (helped), /d/ after a voiced sound (cleaned), /ɪd/ after t or d (planted, needed).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/t/: helped, washed, worked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/d/: cleaned, played, opened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/ɪd/: planted, painted, needed, visited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We cleaned the park and planted trees.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They helped, washed and painted.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Lesson 47: How Can I help?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offering help to other people. American English — VOA’s professional actors (Anna, Pete, Marsha, Ms. Weaver…), slowed learner delivery. It lasts 3:12.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57784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VOA Learning English — Let’s Learn English, Level 1 · 3:12 · American English — VOA’s professional actors (Anna, Pete, Marsha, Ms. Weaver…), slowed learner delivery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U3.1-L1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offering help to other people B. asking for and offering things C. going to a baseball game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U3.1-L2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Write T (true) or F (false).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Quiz - Lesson 50: How Can I Help?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(She goes and quickly comes back with tools.)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You can watch the rest of your online video course.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I can’t be out of gas.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Lesson 46: December I Borrow That?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U3.1-L3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Anna: But if you need _____, I can help.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Pete: Anna, I _____ fix it myself.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Anna: You _____ all of them.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Anna: Pete, _____ you fix a car yourself?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Pete: But, Anna, I don’t _____ your ...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Small actions, big difference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You do not need to be rich or old to help your community. Here are three real examples from students in Viet Nam. In Hoi An, a group of 25 students cleans the river bank every second Sunday. Last year they collected more than 400 bags of litter. In Thai Nguyen, class 7C visits a home for elderly people once a month. The students sing, read the newspaper aloud and listen to the old people's stories. 'They wait for us all month,' says Hoa, 13. In Can Tho, three friends started a small library in their street. They asked their neighbours for old books, painted a shelf, and now forty children borrow books every week.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U3.1-R1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Which town? Write Hoi An, Thai Nguyen or Can Tho.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Students collect litter. 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Students started a library. ______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Students visit old people. ______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Students painted something. ______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Students listen to stories. ______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U3.1-R2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with a number.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______ students clean the river bank.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They collected ______ bags of litter.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Class 7C visits ______ a month.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______ children borrow books every week.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U3.1-G1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correct phrase.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clean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plant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donate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visit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collect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U3.1-G1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correct phrase.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trees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b. books and clothes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c. the beach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d. litter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e. elderly people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U3.1-G2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PAST or PRESENT.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We clean the park every Sunday. 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We cleaned the park last Sunday. 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They donate books every year. 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They donated 200 books in 2024. 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I help my neighbour on Saturdays. ___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U3.1-I1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Use the verbs in the box.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377440"/>
            <a:ext cx="10515600" cy="64008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42316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E07A1F"/>
                </a:solidFill>
                <a:latin typeface="Calibri"/>
              </a:rPr>
              <a:t>cleaned   planted   donated   visited   helped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20040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Last April our school ______ 50 trees.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85876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We ______ the beach two weeks ago.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171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My class ______ an orphanage last month.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17550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They ______ 100 books to the library.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83387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I ______ my grandmother yesterday.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U3.1-I2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Do the class-meeting role play and vote.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U3.1-I2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219456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1B1B1B"/>
                </a:solidFill>
                <a:latin typeface="Calibri"/>
              </a:rPr>
              <a:t>Do the class-meeting role play and vote.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U3.1-S1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Ask your partner about five activities.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Did you clean up your street last year? B: Yes, I did. / No, I didn't.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(clean up / plant trees / donate books / visit elderly people / help a neighbour)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Real-life English: Making and responding to suggestions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 think we should…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Why don't we…?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We could…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That's a good idea.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I'm not sure. What about…?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1208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25780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Let's vote.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Class meeting: in groups of four, suggest three activities for Volunteer Day, discuss them and vote for 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U3.1-W1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three sentences about helping people.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Last year my class ______ 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I would like to ______ 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In my street, students should ______ 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8 community words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past simple – positive form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-ed has three sounds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U3.1-H1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Vocabulary — Complete with community, volunteer, litter, orphanage, elderly.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U3.1-H2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Write the past simple form.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U3.1-H3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4 sentences about something good your class or family did last year.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U3.1-H4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Speaking — Say these six verbs aloud with a clear -ed: cleaned, planted, helped, visited, donated, worked.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U3L1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