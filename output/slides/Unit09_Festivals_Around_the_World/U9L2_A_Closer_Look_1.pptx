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9L2_1_A1-13-Months.mp3" TargetMode="External"/><Relationship Id="rId3" Type="http://schemas.openxmlformats.org/officeDocument/2006/relationships/hyperlink" Target="https://elllo.org/book/A1/A1-13-Months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9  ·  LESSON 2  ·  PERIOD 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Festival activities and the sounds /θ/ and /ð/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eight verbs and phrases for festival activities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pronounce /θ/ and /ð/ correctly in words and sentences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describe what happens at a festival in sequence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three questions about a festival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/θ/ /ð/ minimal pairs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Teacher says a word; students point left (/θ/) or right (/ð/). Recycles Lesson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Identify the sounds.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take part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/teɪk pɑːt ɪn/   (v phr)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tham 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Thousands take part in the parade.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perform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/pəˈfɔːm/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biểu diễn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Dancers perform in the square.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/ˈɒfə/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dâng, cúng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People offer fruit and flowers at the temple.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/ˈɡæðə/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tụ họp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Families gather at the grandparents' house.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/laɪt/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thắp sáng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At eight o'clock they light the lanterns.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worship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/ˈwɜːʃɪp/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thờ cúng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People worship their ancestors.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ancestor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/ˈænsestə/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tổ tiên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remember our ancestors at Tet.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harvest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/ˈhɑːvɪst/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vụ mùa thu hoạch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festival celebrates the harvest.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take part in a parade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gather at…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light the lanterns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worship the ancestors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give thanks for the harvest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Describing a festival in sequence (recycling Unit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Use the present simple for what happens every year.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Use sequence words: First, Then, After that, In the evening, Finally.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Use time phrases: at midnight, on the first morning, for three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Passive-like meaning without the passive: 'The streets are full of…' / 'There are lion dances in every street.'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 few days before, people…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 few days before, people clean the house.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first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On the first morning,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On the first morning, families gather.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 the evening, …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 the evening, children light lanterns.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Finally / At the end,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Finally, everybody watches the fireworks.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A few days before Tet, families clean and decorate their houses. On the first morning, they visit their grandparents. I…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switch between present and past when describing a yearly festival. Choose the PRESENT SIMPLE and keep it all the way through.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A few days before Tet, families clean and decorate their houses. On the first morning, they visit their grand…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/θ/ and /ð/ in sentences; 'the' before vowels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/θ/ think, three, month. /ð/ this, they, the, gather, weather. Note: 'the' is /ðə/ before a consonant and /ði/ before a vowel: the moon /ðə/, the eighth /ði/.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/θ/: think, three, thank, month, birthday, thousands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/ð/: this, that, they, the, gather, together, weather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the moon /ðə muːn/ – the eighth /ði eɪtθ/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They gather together on the third day of the month.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Thousands of people think this is the best festival.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 eighth month and the third 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Months of the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months of the year and when things happen. Two speakers, scripted dialogue, native English. It lasts 2:01.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698480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48656"/>
            <a:ext cx="10698480" cy="512064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24728"/>
            <a:ext cx="10698480" cy="512064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0E7C66"/>
                </a:solidFill>
                <a:hlinkClick r:id="rId3"/>
              </a:rPr>
              <a:t>🌐 Listen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282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ELLLO — Sound Grammar · 2:01 · Two speakers, scripted dialogue, native English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ordering and choosing food B. inviting friends to a party C. months of the year and when things happen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want to go to New Zealand then.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In your country, what month is hot?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Both September and October have cool weather.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So, when is summer in America?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It is very wet in November.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Man: It is in _____, October, November and December.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It is in _____, April, May and June!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Man: It is from _____, July, August and September.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Woman: _____ to September is winter in New Zealand.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Woman: Summer is December, _____, February and March.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Thanksgiving in the United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Thanksgiving takes place on the fourth Thursday of November. It is not a religious festival and it is not about presents: it is about food and family. The story goes back to 1621, when English settlers and Native Americans shared a meal after the harvest. Today, families travel long distances to be together — the days around Thanksgiving are the busiest travel days of the whole American year. The meal is almost always the same: turkey, potatoes, vegetables and pumpkin pie. Many families go round the table and each person says one thing they are thankful for. Vietnamese students often notice how similar this is to a Vietnamese family meal at Tet or at the death anniversary of an ancestor: the same idea of gathering, the same special food, the same feeling that being together matters more than the food.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When exactly does Thanksgiving take place?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happened in 1621?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Why are those days the busiest travel days?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do many families do around the table?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What similarity does the writer point out?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with take part in, perform, offer, gather, light, worship.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People ______ fruit and flowers at the temple.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Families ______ at the grandparents' house.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Dancers ______ in the square.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Thousands ______ the parade.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At eight they ______ the lanterns.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with take part in, perform, offer, gather, light, worship.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People ______ their ancestors.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Sort the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07A1F"/>
                </a:solidFill>
                <a:latin typeface="Calibri"/>
              </a:rPr>
              <a:t>think   this   three   they   month   gather   birthday   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/θ/ (no voice):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/ð/ (voice, buzz): ______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correct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the seven verbs.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U9.2-S2 and report one answer.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U9.2-S2 and report one answer.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Describe a festival day in order using First, Then, In the afternoon, In the evening.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Choose: Tet / the Mid-Autumn Festival / a local temple festival.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your partner five questions about a festival they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When? Where? What do people do? What do people eat? Why do you like it?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Asking about customs politely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Can I ask you something about…?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Why do people…?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 does it mean?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Is it the same everywhere?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interesting — we do something similar.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foreign student asks about three Vietnamese customs; you explain and ask about one custom in their country.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Put the sentences in order and add sequence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families eat a big meal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people clean and decorate the 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children receive lucky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everybody visits the grandparents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8 festival activity verbs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Present simple + sequence words for a festival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/θ/ and /ð/ in words and sentences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U9L2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U9.2-H1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take part in, perform, offer, gather, worship, harvest.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U9.2-H2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four sentences about a festival using First, Then, In the afternoon, In the evening.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U9.2-H3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5 sentences describing what happens at a festival in your 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U9.2-H4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sentences five times: 'They gather together on the third day of the month.' 'Thousands think this is the best festival.'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U9L2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