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1L3_1_A2-01-Present-Simple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1  ·  LESSON 3  ·  PERIOD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A CLOSER LOOK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Verbs of liking + V-ing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use like, love, enjoy, don't mind, hate + V-ing to talk about free-time activities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make negative sentences and questions with these verbs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understand the difference between 'I like swimming' and 'I like to swim'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talk for one minute about three things they like and dislike doing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Backs to the board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Two students sit with their backs to the board. Write a hobby (e.g. PHOTOGRAPHY).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4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Their teams describe it in English without saying the word. First to guess 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Describe and guess hobby words from Lessons 1–2.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enjoy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/ɪnˈdʒɔɪ/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thích thú, tận hưởng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enjoy reading before bed.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hate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/heɪt/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ghét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hates getting up early.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don't mind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/dəʊnt maɪnd/   (v phr)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không phiền, cũng được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don't mind doing the washing-up.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prefer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/prɪˈfɜː/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thích hơn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prefer cycling to running.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boring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/ˈbɔːrɪŋ/   (adj)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Some people think fishing is boring.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exciting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/ɪkˈsaɪtɪŋ/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thú vị, hào hứng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Skateboarding is exciting.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like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love + V-ing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enjoy + V-ing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don't mind + V-ing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hate + V-ing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be good at + V-ing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What about you?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Grammar: Verbs of liking + V-ing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After like, love, enjoy, don't mind and hate we use a verb + -ing.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The -ing verb works like a noun: 'I like swimming.' = 'I like the activity of swimming.'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ENJOY and DON'T MIND are ALWAYS followed by -ing (never by to + verb).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Feeling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Verb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😍 100%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love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I love collecting stamps.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🙂 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like / enjoy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She enjoys doing pottery.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😐 50%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mind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We don't mind walking to school.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🙁 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don't like + V-ing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He doesn't like getting up early.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😖 0%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hate + V-ing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B1B1B"/>
                          </a:solidFill>
                          <a:latin typeface="Calibri"/>
                        </a:rPr>
                        <a:t>They hate doing homework.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I love watching birds in the park.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My sister doesn't like arranging flowers.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346704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419856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Do you enjoy making models? – Yes, I do. / No, I don't.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242816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315968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He doesn't mind helping his mother in the garden.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Two classic errors: (1) *I like play football* – the -ing is forgotten because Vietnamese has no verb ending; (2) *I very like it* – a word-for-word copy of 'tôi rất thích'. The correct forms are 'I like playing football' and 'I like it very much'.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I love watching birds in the park.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Pronunciation: The -ing ending /ɪŋ/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The end of -ing is /ŋ/: the back of the tongue touches the back of the mouth and the sound comes through the NOSE. It is not /n/ and it is not /ɪŋg/.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swimming /ˈswɪmɪŋ/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reading /ˈriːdɪŋ/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cooking /ˈkʊkɪŋ/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singing /ˈsɪŋɪŋ/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I enjoy singing and dancing.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She loves reading and cooking.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They hate running in the morning.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Listening: The present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what people do every day and at work. Two speakers, scripted dialogue, native English. It lasts 2:57.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ELLLO — Sound Grammar · 2:57 · Two speakers, scripted dialogue, native English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what people do every day and at work B. which fruits one person likes C. joining ideas with but, so and because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the number of the conversation (1-4) you hear each line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Oh, what do you do there?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do your parents 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I live in a small apartment downtown near the station.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Cool! Let’s jog together sometime.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Really? How much is the rent?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Woman: I _____ at a tech company.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Woman: I _____ at the new office downtown.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Woman: I _____ near the river.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Man: Do you _____ in a house or an apartment?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A message from a pen friend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Hi! My name is Emma and I'm thirteen. I live in Manchester, in the UK. In my free time I love drawing. I draw cartoons of my friends and my teachers – but I never show the teachers! I also enjoy cycling. My father and I go cycling in the park every Saturday. I don't mind doing housework, but I hate washing the dishes. My brother hates it too, so we argue about it every evening! What about you? What do you like doing after school? Please write soon. Emma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 or F and correct the false sentences.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Emma loves drawing.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shows her cartoons to her teachers.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She goes cycling with her brother.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She doesn't mind doing housework.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She loves washing the dishes.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-ing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play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make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swim → 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get → 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ride →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the -ing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collect → ______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7. run → ______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8. arrange → ______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Put the verb in the correct form.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I enjoy (read) ______ comics.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She hates (get) ______ up 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 love (play) ______ board games.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He doesn't mind (walk) ______ to school.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Do you like (do) ______ pottery?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faces and write a sentence.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Nam 😍 / play football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Mai 😖 / wash the dishes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my parents 😐 / watch the news 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Linh 🙂 / take photos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 🙁 / get up early →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three classmates: 'What do you enjoy doing at the weekend?' Write their answers, then report to the class with he/she.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Careful! He enjoyS. She loveS.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Say a sentence about yourself, then ask the next student.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playing badminton. What about you, 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I don't like playing badminton, but I love reading. What about you, C?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four activities in your diamond (love / like / don't mind / hate). Show it to your partner and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I love ______ because ______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Really? I hate ______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Agreeing and disagreeing about likes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Me too!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So do 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Really? I don't.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I don't either. / Me neither.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That's boring!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That sounds exciting!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A and B are choosing one club to join together. Each student has three favourite activities. Talk and agree on ONE club. You must give reasons with 'because'.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U1.3-W1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reply to Emma (4–5 sentences). Use like, love, enjoy, don't mind and hate.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Start: 'Hi Emma, Thank you for your message. My name is …'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like / love / enjoy / don't mind / hate + V-ing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-ing spelling rules (drop e, double consonant)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he/she + verb + s is still needed: He enjoys reading.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U1L3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Put the verbs into the -ing form.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Grammar — Rewrite the sentences using the word in brackets.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5 sentences about your family: one for love, like, enjoy, don't mind and hate.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U1.3-H4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Pronunciation — Say these five words aloud 5 times, with a clear -ing ending: swimming, singing, reading, running, arranging.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U1L3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