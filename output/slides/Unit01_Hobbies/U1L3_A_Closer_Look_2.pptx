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3  ·  PERIOD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Verbs of liking + V-ing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like, love, enjoy, don't mind, hate + V-ing to talk about free-time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and questions with these verbs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the difference between 'I like swimming' and 'I like to swim'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for one minute about three things they like and dislike doing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Backs to the board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students sit with their backs to the board. Write a hobby (e.g. PHOTOGRAPHY).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Their teams describe it in English without saying the word. First to guess 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Describe and guess hobby words from Lessons 1–2.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enjoy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/ɪnˈdʒɔɪ/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thú, tận hưởng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enjoy reading before bed.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/heɪt/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ghét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hates getting up early.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don't mind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/dəʊnt maɪnd/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phiền, cũng được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don't mind doing the washing-up.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/prɪˈfɜː/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hơn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prefer cycling to running.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/ˈbɔːrɪŋ/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Some people think fishing is boring.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exciting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/ɪkˈsaɪtɪŋ/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thú vị, hào hứng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Skateboarding is exciting.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like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love + V-ing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enjoy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mind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hate + V-ing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about you?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Verbs of liking + V-ing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After like, love, enjoy, don't mind and hate we use a verb + -ing.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-ing verb works like a noun: 'I like swimming.' = 'I like the activity of swimming.'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ENJOY and DON'T MIND are ALWAYS followed by -ing (never by to + verb).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Feeling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😍 100%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love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love collecting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🙂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like / enjoy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enjoys doing pottery.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😐 50%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mind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don't mind walking to school.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🙁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like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doesn't like getting up early.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😖 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hate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hate doing homework.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love watching birds in the park.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sister doesn't like arranging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enjoy making models? – Yes, I do. / No,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doesn't mind helping his mother in the garden.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classic errors: (1) *I like play football* – the -ing is forgotten because Vietnamese has no verb ending; (2) *I very like it* – a word-for-word copy of 'tôi rất thích'. The correct forms are 'I like playing football' and 'I like it very much'.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love watching birds in the park.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-ing ending /ɪŋ/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The end of -ing is /ŋ/: the back of the tongue touches the back of the mouth and the sound comes through the NOSE. It is not /n/ and it is not /ɪŋg/.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/ˈswɪmɪŋ/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reading /ˈriːdɪŋ/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cooking /ˈkʊkɪŋ/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singing /ˈsɪŋɪŋ/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enjoy singing and dancing.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loves reading and cooking.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hate running in the morning.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do every day and at work.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do every day and at work B. which fruits one person likes C. joining ideas with but, so and because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Oh, what do you do there?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your parents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live in a small apartment downtown near the station.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Cool! Let’s jog together sometime.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Really? How much is the rent?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 _____ at a tech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_____ at the new office downtown.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 _____ near the river.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Do you _____ in a house or an apartment?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message from a pen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Hi! My name is Emma and I'm thirteen. I live in Manchester, in the UK. In my free time I love drawing. I draw cartoons of my friends and my teachers – but I never show the teachers! I also enjoy cycling. My father and I go cycling in the park every Saturday. I don't mind doing housework, but I hate washing the dishes. My brother hates it too, so we argue about it every evening! What about you? What do you like doing after school? Please write soon. Emma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 or F and correct the false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Emma loves drawing.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shows her cartoons to her teachers.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goes cycling with her brother.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doesn't mind doing housework.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loves washing the dishes.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play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make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swim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get →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ride →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collect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run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arrange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enjoy (read) ______ comics.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hates (get) ______ up 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love (play)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doesn't mind (walk) ______ to school.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(do) ______ pottery?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faces and write a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😍 / play football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Mai 😖 / wash the dishes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parents 😐 / watch the news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Linh 🙂 / take photos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🙁 / get up early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three classmates: 'What do you enjoy doing at the weekend?' Write their answers, then report to the class with he/she.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Careful! He enjoyS. She loveS.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Say a sentence about yourself, then ask the next student.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badminton. What about you, 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don't like playing badminton, but I love reading. What about you, C?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activities in your diamond (love / like / don't mind / hate). Show it to your partner and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______ because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I hate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Agreeing and disagreeing about likes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either.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boring!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exciting!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and B are choosing one club to join together. Each student has three favourite activities. Talk and agree on ONE club. You must give reasons with 'because'.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reply to Emma (4–5 sentences). Use like, love, enjoy, don't mind and hate.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'Hi Emma, Thank you for your message. My name is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like / love / enjoy / don't mind / hate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-ing spelling rules (drop e, double consonant)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he/she + verb + s is still needed: He enjoys reading.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Put the verbs into the -ing 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Rewrite the sentences using the word in brackets.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family: one for love, like, enjoy, don't mind and hate.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words aloud 5 times, with a clear -ing ending: swimming, singing, reading, running, arranging.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