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6858000" cy="4114800"/>
          </a:xfrm>
          <a:prstGeom prst="ellipse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78240" y="-1828800"/>
            <a:ext cx="5486400" cy="4572000"/>
          </a:xfrm>
          <a:prstGeom prst="ellipse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UNIT 1  ·  LESSON 3  ·  PERIOD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7F1FA"/>
                </a:solidFill>
                <a:latin typeface="Calibri"/>
              </a:rPr>
              <a:t>A CLOSER LOOK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Verbs of liking + V-ing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035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E7F1FA"/>
                </a:solidFill>
                <a:latin typeface="Calibri"/>
              </a:rPr>
              <a:t>English 7  ·  Let's start! 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Today we will learn to…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08760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508760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use like, love, enjoy, don't mind, hate + V-ing to talk about free-time activities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50592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450592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496312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496312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make negative sentences and questions with these verbs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38144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438144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8386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483864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understand the difference between 'I like swimming' and 'I like to swim'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25696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425696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471416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471416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talk for one minute about three things they like and dislike doing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Warm-up: Backs to the board  (5')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4206240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149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• Two students sit with their backs to the board. Write a hobby (e.g. PHOTOGRAPHY).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06040"/>
            <a:ext cx="10149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• Their teams describe it in English without saying the word. First to guess wins.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149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1">
                <a:solidFill>
                  <a:srgbClr val="6B7280"/>
                </a:solidFill>
                <a:latin typeface="Calibri"/>
              </a:rPr>
              <a:t>👉 You: Describe and guess hobby words from Lessons 1–2.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enjoy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/ɪnˈdʒɔɪ/   (v)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thích thú, tận hưởng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I enjoy reading before bed.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hate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/heɪt/   (v)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ghét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She hates getting up early.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177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274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don't mind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675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/dəʊnt maɪnd/   (v phr)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7274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không phiền, cũng được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3949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I don't mind doing the washing-up.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prefer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/prɪˈfɜː/   (v)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thích hơn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I prefer cycling to running.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boring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/ˈbɔːrɪŋ/   (adj)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chán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Some people think fishing is boring.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177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274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exciting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675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/ɪkˈsaɪtɪŋ/   (adj)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7274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thú vị, hào hứng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3949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Skateboarding is exciting.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Useful phrases — learn them as one block!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09344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like + V-ing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67712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322576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love + V-ing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80944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35808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enjoy + V-ing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94176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49040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don't mind + V-ing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07408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462272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hate + V-ing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120640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175504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be good at + V-ing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833872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888736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What about you?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Grammar: Verbs of liking + V-ing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36192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After like, love, enjoy, don't mind and hate we use a verb + -ing.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87168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60320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The -ing verb works like a noun: 'I like swimming.' = 'I like the activity of swimming.'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11296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84448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ENJOY and DON'T MIND are ALWAYS followed by -ing (never by to + verb).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63040"/>
          <a:ext cx="1106424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6692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Feeling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Verb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😍 100%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love + V-ing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I love collecting stamps.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🙂 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like / enjoy + V-ing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She enjoys doing pottery.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😐 50%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don't mind + V-ing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We don't mind walking to school.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🙁 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don't like + V-ing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He doesn't like getting up early.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😖 0%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hate + V-ing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They hate doing homework.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Look at the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27632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I love watching birds in the park.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50592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523744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My sister doesn't like arranging flowers.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46704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419856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Do you enjoy making models? – Yes, I do. / No, I don't.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42816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315968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He doesn't mind helping his mother in the garden.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Be careful! A very common mistake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23774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Two classic errors: (1) *I like play football* – the -ing is forgotten because Vietnamese has no verb ending; (2) *I very like it* – a word-for-word copy of 'tôi rất thích'. The correct forms are 'I like playing football' and 'I like it very much'.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2E7D32"/>
                </a:solidFill>
                <a:latin typeface="Calibri"/>
              </a:rPr>
              <a:t>👍 Say it like this:  I love watching birds in the park.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Pronunciation: The -ing ending /ɪŋ/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10332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1B1B1B"/>
                </a:solidFill>
                <a:latin typeface="Calibri"/>
              </a:rPr>
              <a:t>The end of -ing is /ŋ/: the back of the tongue touches the back of the mouth and the sound comes through the NOSE. It is not /n/ and it is not /ɪŋg/.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80360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926080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swimming /ˈswɪmɪŋ/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93592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639312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reading /ˈriːdɪŋ/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06824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52544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cooking /ˈkʊkɪŋ/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20056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065776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singing /ˈsɪŋɪŋ/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Repeat after me — three times each!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2880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I enjoy singing and dancing.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88036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She loves reading and cooking.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93192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They hate running in the morning.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Listening: The present simple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182880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05840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You will hear a real recording: what people do every day and at work. Two speakers, scripted dialogue, native English. It lasts 2:57.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1: just listen — do not write.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2: write your answers.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3: check with your partner.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57784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ELLLO — Sound Grammar · 2:57 · Two speakers, scripted dialogue, native English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U1.3-L1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once. Choose the best answer.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What is the recording mainly about?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A. what people do every day and at work B. which fruits one person likes C. joining ideas with but, so and because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U1.3-L2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again. Write the number of the conversation (1-4) you hear each line 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Oh, what do you do there?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What do your parents do?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I live in a small apartment downtown near the station.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Cool! Let’s jog together sometime.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Really? How much is the rent?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U1.3-L3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once more and write the missing word.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Woman: I _____ at a tech company.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Woman: I _____ at the new office downtown.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Woman: I _____ near the river.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Man: Do you _____ in a house or an apartment?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Reading: A message from a pen friend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484632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103327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B1B1B"/>
                </a:solidFill>
                <a:latin typeface="Calibri"/>
              </a:rPr>
              <a:t>Hi! My name is Emma and I'm thirteen. I live in Manchester, in the UK. In my free time I love drawing. I draw cartoons of my friends and my teachers – but I never show the teachers! I also enjoy cycling. My father and I go cycling in the park every Saturday. I don't mind doing housework, but I hate washing the dishes. My brother hates it too, so we argue about it every evening! What about you? What do you like doing after school? Please write soon. Emma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U1.3-R1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T or F and correct the false sentences.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Emma loves drawing.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She shows her cartoons to her teachers.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She goes cycling with her brother.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She doesn't mind doing housework.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She loves washing the dishes.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 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U1.3-G1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the -ing form.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play → 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make → 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swim → ______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get → 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ride → ______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 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U1.3-G1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the -ing form.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6. collect → 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7. run → 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8. arrange → ______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U1.3-G2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Put the verb in the correct form.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I enjoy (read) ______ comics.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She hates (get) ______ up early.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We love (play) ______ board games.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He doesn't mind (walk) ______ to school.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Do you like (do) ______ pottery?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U1.3-I1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Look at the faces and write a sentence.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Nam 😍 / play football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Mai 😖 / wash the dishes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my parents 😐 / watch the news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Linh 🙂 / take photos 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I 🙁 / get up early →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U1.3-I2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Ask three classmates: 'What do you enjoy doing at the weekend?' Write their answers, then report to the class with he/she.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Careful! He enjoyS. She loveS.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U1.3-S1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Say a sentence about yourself, then ask the next student.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A: I love playing badminton. What about you, B?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B: I don't like playing badminton, but I love reading. What about you, C?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U1.3-S2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four activities in your diamond (love / like / don't mind / hate). Show it to your partner and explain.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A: I love ______ because ______ 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B: Really? I hate ______ !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Real-life English: Agreeing and disagreeing about likes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63040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0876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Me too!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12848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258568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So do 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62656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08376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Really? I don't.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712464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58184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I don't either. / Me neither.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62272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507992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That's boring!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212080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25780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That sounds exciting!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Role play — in pairs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256032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05840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A and B are choosing one club to join together. Each student has three favourite activities. Talk and agree on ONE club. You must give reasons with 'because'.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⏱ 2 minutes to prepare  ·  2 minutes to perform  ·  then swap roles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Do not read! Look at your partner.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✍️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U1.3-W1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a short reply to Emma (4–5 sentences). Use like, love, enjoy, don't mind and hate.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Start: 'Hi Emma, Thank you for your message. My name is …'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Let's remember today's 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7335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like / love / enjoy / don't mind / hate + V-ing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3347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-ing spelling rules (drop e, double consonant)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2044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59359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he/she + verb + s is still needed: He enjoys reading.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Homework — write it in your notebook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09344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U1.3-H1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609344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Grammar — Put the verbs into the -ing form.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23744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578608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U1.3-H2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578608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Grammar — Rewrite the sentences using the word in brackets.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93008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547872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U1.3-H3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547872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Writing — Write 5 sentences about your family: one for love, like, enjoy, don't mind and hate.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62272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517136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U1.3-H4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517136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Pronunciation — Say these five words aloud 5 times, with a clear -ing ending: swimming, singing, reading, running, arranging.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8932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6B7280"/>
                </a:solidFill>
                <a:latin typeface="Calibri"/>
              </a:rPr>
              <a:t>Homework Book, section U1L3   ·   See you next lesson! 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