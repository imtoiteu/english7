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1_1_b08ceeac-8274-4e2d-b678-2cd30ba31f4f_hq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1  ·  PERIOD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What's your hobby?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8 common hobbies in English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the question 'What's your hobby?'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and read a short conversation for general and specific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two or three true sentences about their own free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Word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FREE TIME on the board. Ask: 'What do you do after school?'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say one activity each around the class; no repeats. Write 6–8 on the 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Say: 'These are activities. When you do an activity again and again because you love it, it is a HOBBY.'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one free-time activity each; listen for the word 'hobby'.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hobby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/ˈhɒbi/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sở thích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hobby is drawing cartoons.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/ˈfriː taɪm/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gian rảnh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read comics in my free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/ˈɡɑːdnɪŋ/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việc làm vườn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loves gardening.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bird-watching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/ˈbɜːd ˌwɒtʃɪŋ/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ngắm chim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Bird-watching is quiet and relaxing.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/meɪk ˈmɒdlz/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làm mô hình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makes models of planes.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board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/ˈbɔːd ɡeɪm/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trò chơi trên bàn cờ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play board games on rainy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collect stamps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/kəˈlekt stæmps/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sưu tầm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uncle collects stamps from Japan.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unusual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/ʌnˈjuːʒuəl/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khác thường, lạ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Carving eggshells is an unusual hobby.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interested in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Me neither.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sounds interesting!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simple – quick review (this unit's foundation)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for things we do again and again (habits and hobbies).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/ it we must add -s or -es to the verb.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play chess?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plays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play chess?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collect 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collects coins.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watch birds in the 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Does Mai like gardening? – Yes, she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learners very often drop the -s: *He like football.* Vietnamese verbs never change, so the ear does not notice the missing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collect stamps.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Stress in compound hobby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compound noun the FIRST part is stronger and longer: BIRD-watching, BOARD game, FOOT-ball. Clap on the strong part.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'bird-watching (Oo 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'board game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'football (Oo)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'stamp collecting (Oo 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hobby is BIRD-watching.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play BOARD games at home.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STAMP collecting is my father's hobby.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15: I Love People-Watching!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watching people in a park as a free-time activity. American English — VOA’s professional actors (Anna, Pete, Marsha, Ms. Weaver…), slowed learner delivery. It lasts 2:51.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2:51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 road trip across the United States and a famous song B. watching people in a park as a free-time activity C. working together as a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she wearing a blue sweater today?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Let’s Learn English - Level 4 - Lesson 15: I Love People Watching!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five have light skin and I have dark skin.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have very curly hair, Anna.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from all over the world come to Washington, D.C.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When I’m at work, I _____ eating lunch outside.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to watch people walking by.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Let’s people-_____ a little more.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But the weather is beautiful and _____-watching is fun!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Corner – our school magazine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Linh, 13: I love gardening. My family has a small garden behind the house. I water the vegetables every evening and I grow flowers for Tet. Gardening is not expensive and it makes me feel calm. Duy, 12: In my free time I make models. I make models of ships and planes from paper and glue. One model takes me about two weeks. My room is full of them! Trang, 13: My sister and I play board games. We don't watch TV very much. On Sunday evening the whole family plays together. My favourite game is chess because it makes me think.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and write the name (Linh, Duy or Trang).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This student's hobby is quiet and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student needs paper and glue.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student plays with the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This student's hobby takes a long time for one product.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student says the hobby helps him/her think.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in the text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to give water to plants (paragraph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quiet and relaxed (paragraph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small copy of a real thing (paragraph 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picture word with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flowers, water,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birds, notebook,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paper, glue,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board, dice,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envelopes, letters, countries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verb: play, collect, make, do, 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stamps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 board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gardening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 cycling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(do) ______ bird-watching at the weekend.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(collect) ______ stamps from many countries.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sister (not like)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you (play) ______ chess?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Linh (water) ______ the vegetables every evening.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answers in U1.1-W1 to tell your partner about your hobby. Speak for 30 seconds. Your partner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start: 'Hello. My hobby is … I do it … I like it because …'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Ask and answer. Change the hobby each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your hobby? B: My hobby is ______ . A: That sounds interesting!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(gardening / bird-watching / making models / playing board games / collecting stamps)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Stand up and ask five classmates. Write the name of the first student who says YES.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…collects something.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…likes gardening.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…plays a board game every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…has an unusual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…does his/her hobby with the family.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Starting a conversation about free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interested in photography.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 / Really? That's unusual.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interesting.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 A is a new student in class 7B. Student B says hello and asks about A's free time. Use at least three phrases from the box. Then change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 so that they are true for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hobby is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 it ______ (every day / at the weekend / twice a week).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like it because ______ 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hobby words + the chunks collect stamps / make models / play board games / do gardening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Question: What's your hobby? – My hobby is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-s with he / she /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five hobbies under the pictures in your notebook and translate them into Vietnamese.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correct form of the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3 sentences about the hobby of a person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(record or practise aloud) — Say the three compound words 5 times with the correct stress: BIRD-watching, BOARD game, STAMP collecting.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