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4_1_6581d80f-fd20-40f9-b363-3f998c3f1142_hq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4  ·  PERIOD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talking about free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everyday expressions to start, keep and end a conversation about free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agree and disagree politely (Me too / So do I / Really? I don't)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carry out a survey of five classmates and report the results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2-minute role play without reading a 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Chain of likes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 1: 'I love reading.' Student 2: 'She loves reading and I enjoy cycling.'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Continue round the row. This recycles the -ing structure AND the third-person -s.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Repeat the previous student's sentence and add their 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join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/dʒɔɪn/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Why don't you join our club?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club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/klʌb/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câu lạc bộ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There are five clubs in our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/ˈmembə/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thành viên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chess club has twenty 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part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/teɪk pɑːt ɪn/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 vào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takes part in the art competition.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survey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/ˈsɜːveɪ/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cuộc khảo sát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did a survey about hobbies.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/rɪˈzʌlt/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kết quả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are the results of our survey.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Why don't you join 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That's a good idea.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afraid I can't.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Me too. / So do I. / Me neither.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Really? I don't.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you at the club!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Short answers and agreement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agree with a POSITIVE sentence: Me too. / So do 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agree with a NEGATIVE sentence: Me neither. / Neither do 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disagree politely: Really? I don't. / Oh, I 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Your friend says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 agree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You disagree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love cycling.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too. / So do I.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Really? I don't.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like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neither. / Neither do 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Oh, I do!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I'm good at drawing.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Me too. / So am I.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Really? I'm not.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enjoy playing board games. B: So do I!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don't like getting up early. B: Me neither.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A: I hate running. B: Really? I love it!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say *Me too* after a negative sentence. Teach the pair as a fixed chunk: positive → Me TOO; negative → Me NEITHER.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A: I enjoy playing board games. B: So do I!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Friendly intonation in short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'Me too!' goes UP and sounds happy. 'Really?' goes UP and sounds surprised. A flat voice sounds bored or rude in English.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Me too!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So do I!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Really?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Me neither.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love cycling. B: Me too!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hate homework. B: Me neither.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I collect coins. B: Really? That's interesting!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18: She Always Does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reading the news and always making the same mistake. American English — VOA’s professional actors (Anna, Pete, Marsha, Ms. Weaver…), slowed learner delivery. It lasts 4:03.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4:03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two people who have different opinions B. celebrating a famous writer's birthday C. reading the news and always making the same mistake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Hello, and welcome to The News.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21: She Always Does That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In Indiana, a grandmother is the first 83-year-old woman to win The Race Car 500.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Terms of Use and Privacy Notice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 duck's mother cannot find him.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Caty: When we read the news we are _____ reading facts.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Caty: We _____ show our feelings.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Quiz - Lesson 18: She _____ Does That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Club noticeboard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ART CLUB – Thursday, 4 p.m., Room 12. Bring a pencil and paper. 15 members. Ask Mr Long. CHESS CLUB – Tuesday and Friday, 4 p.m., the library. Beginners welcome! 22 members. GARDENING CLUB – Wednesday, 3.30 p.m., the school garden. Wear old clothes! 10 members. PHOTOGRAPHY CLUB – Saturday, 6 a.m., the school gate. Bring a camera or a phone. 8 members.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Which club has the most members?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club starts earliest in the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must you bring to the Art Club?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Which club meets twice a week?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Which club is good for a student who likes being outside?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expressions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Why don't you join   That's a good idea   I'm afraid I can't   So do I   See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playing chess.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Really? (1) ______ ! (2) ______ the Chess Club?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(3) ______ . When does it meet?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On Tuesday and Friday.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Friday? (4) ______ . I have an English class. But I can come on Tuesday.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expressions in the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Great. (5) ______ on Tuesday!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A: I love music. B: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A: I don't like maths. B: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A: I hate cold weather. B: ______ 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A: I don't play chess. B: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five classmates: 'What do you like doing in your free time?' and 'How often do you do it?' Complete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| Likes doing | How often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the club-fair role play (U1.4-S2) for another pair. The other pair listens and counts how many expressions from the box you 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Target: at least 4 expressions, no reading from the 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to your partner and answer with Me too / So do I / Me neither / Really? I don't.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love watching films.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don't like doing homework.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enjoy playing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hate getting up early.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collect something.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wants B to join his/her club. B is not sure. Use at least four expressions from the box. Then swap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Hi! Are you joining a club? / Why don't you join the … Club?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I'm afraid I can't. I hate … / That's a good idea. I love 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Inviting, accepting and refusing politely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you join 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like to 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Sure, I'd love 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afraid I can't.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Sorry, I'm busy on Saturday.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Invite your partner to your favourite club. Your partner refuses politely the first time and accepts the second time. Perform for another pair.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your survey table to write 4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Frames: 'Three of my friends like …' / 'Only one student enjoys …' / 'Nobody in my group likes …' / 'Everybody hates 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Everyday expressions for inviting, accepting and refusing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Me too / Me neither / So do I / Really? I don't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Recycled: verbs of liking + V-ing, adverbs of frequency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join, member, club, survey,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a suitable reply.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survey report (4–5 sentences) neatly in your notebook.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role play at home with a family member or in front of a mirror. Remember the rising voice on 'Me too!' and 'Really?'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