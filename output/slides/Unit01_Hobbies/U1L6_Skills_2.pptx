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1L6_1_A2-008-NERRY-WHAT-DO-WEEKEND.mp3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  ·  LESSON 6  ·  PERIOD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SKILLS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Listening: A hobby interview + Writing: A paragraph about my hobby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listen to a 1-minute interview and complete a note-taking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understand and use the paragraph structure: topic sentence – details – closing sentence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a 60–80 word paragraph about their hobby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check their own and a partner's writing with a 5-point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-s sound race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Write three columns: /s/ /z/ /ɪz/. Say a verb; teams run to write it in the right column.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Verbs: likes, plays, watches, collects, goes, arranges.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Sort the verbs by final sound.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/ˈɪntəvjuː/   (n/v)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cuộc phỏng vấn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listened to an interview with a young artist.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topic sentence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/ˈtɒpɪk ˈsentəns/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câu chủ đề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topic sentence tells the main idea.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/ˈdiːteɪl/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chi tiết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Add two or three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/ˈtʃeklɪst/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danh sách kiểm 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Use the checklist before you hand in your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keep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/kiːp fɪt/   (v phr)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giữ dáng, khỏe mạnh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Cycling helps me keep fit.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save 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/seɪv ˈmʌni/   (v phr)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tiết kiệm tiền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save money to buy new bricks.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My hobby is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 have done it for two years.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 I like most is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In short,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makes me feel 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Grammar: Paragraph structure (writing focus)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 good English paragraph has THREE parts.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1. Topic sentence – says what the paragraph is about (one sentence).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2. Supporting details – 3 or 4 sentences with facts, examples and reasons.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3. Closing sentence – a short ending, often a feeling or an invitation.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Topic sentence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main idea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My hobby is playing badminton.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when / how often / with whom / why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play it three times a week with my sister. We play in the yard near my house. I like it beca…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Closing sentence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feeling / invitation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Badminton makes me happy and healthy.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Topic: I love collecting postcards.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Detail: I started two years ago. I have 45 postcards from 9 countries.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Closing: For me, every postcard is a small journey.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Students often write one long sentence joined with 'and… and… and…', or start every sentence with 'I'. Teach them to vary the beginning: 'My hobby…', 'I started…', 'Every Sunday…', 'What I like most…'.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Topic: I love collecting postcards.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Pronunciation: Final -s: /s/, /z/ and /ɪz/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After a quiet sound (p, t, k, f) → /s/: likes, takes. After a voiced sound → /z/: plays, loves. After s, sh, ch, x, ge → /ɪz/: watches, arranges.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/s/: likes, takes, collects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/z/: plays, loves, goes, saves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/ɪz/: watches, arranges, practises, finishes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He likes birds and he watches them every morning.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She plays chess and arranges flowers.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My brother collects stamps and saves money.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What do you do on the weekend?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what one person does at the weekend. Single speaker — Nerry / Belize. It lasts 1:06.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ELLLO — One Minute English · 1:06 · Single speaker — Nerry / Belize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what one person does at the weekend B. visiting a historic house and the person who lived there C. countries, nationalities and languages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Number the lines 1-5 in the order you hear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I prepare myself by meditating, reflecting on journaling in my 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I rest and prepare myself for the new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I also do self-care, such as getting my nails done, getting my hair done, or getting my eyelashes done.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Hello, my name is Nerry and I am from Belize.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e. I sweep the floor and mop the floor, and I do laundry.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My question today is, what do you do on the _____?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On the _____, I like to rest and clean my house.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The weekends is _____ laidback and slow for 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Model paragraph: My hobby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My hobby is cycling. I started three years ago, when my father gave me his old bicycle. Now I cycle almost every day along the river road near my village, usually at about half past four in the afternoon. I love this hobby for two reasons: it keeps me fit and it does not cost any money. The only problem is the rainy season, when I have to stay at home. In short, cycling makes me healthy and happy.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Read the paragraph and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Which sentence is the topic sentence?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How many detail sentences are there?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Which sentence is the closing sentence?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Underline the two reasons.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Find one linking word.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Number the sentences 1–5 to make a good paragraph.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___ I usually play with my brother in the yard after dinner.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___ My hobby is playing badminton.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___ In short, badminton keeps me healthy and gives me time with my family.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___ I started when I was nine, because my brother needed a partner.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___ I like it because it is good exercise and it is not expensive.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/s/, /z/ or /ɪz/.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likes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plays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watches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collects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arranges 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/s/, /z/ or /ɪz/.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goes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7. takes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8. finishes ___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60–80 words using your plan (U1.6-W1).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Write 60–80 words using your plan (U1.6-W1).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Perform the interview for another pair.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Perform the interview for another pair.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note-taking table from the listening. Ask the same six questions and complete the table about your partner.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What's your hobby? When did you start? Where…? How often…? Why…? Any problem?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Asking follow-up questions in an interview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Really? Tell me more.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often do you do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Where do you do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Why do you like 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Is there a problem?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Thank you for your answers.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Radio interview: A is the presenter of the school radio programme 'My Hobby', B is the guest. Use all six questions. Perform for the class (1 minute).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plan before you 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Topic sentence: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Detail 1 (when/how you started):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Detail 2 (how often / where):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Detail 3 (reason 1 + reason 2):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Closing sentence: 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U1.6-W2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a paragraph of 60–80 words about your hobby. Use your plan and at least one 'because'.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U1.6-W2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Write a paragraph of 60–80 words about your hobby. Use your plan and at least one 'because'.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U1.6-W3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Swap books with your partner and tick.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□ Is there a topic sentence?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□ Are there at least three details?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□ Is there a closing sentence?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□ Does every he/she verb have -s?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□ Is every verb after like/love/enjoy/hate in the -ing form?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U1.6-W3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Swap books with your partner and tick.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□ 60–80 words?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Note-taking while listening: write only key words and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Paragraph = topic sentence + details + closing sentence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Final -s: /s/, /z/, /ɪz/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U1.6-H1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Listening / vocabulary — Complete the sentences from the interview.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U1.6-H2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Write /s/, /z/ or /ɪz/ next to each verb.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U1.6-H3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Rewrite your paragraph neatly after your partner's correction. Hand it in next lesson.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U1.6-H4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Interview one person at home about their free time. Write the answers in Vietnamese or English (5 lines).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U1L6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