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2_1_A1-20-Adverbs-Frequency.mp3" TargetMode="External"/><Relationship Id="rId3" Type="http://schemas.openxmlformats.org/officeDocument/2006/relationships/hyperlink" Target="../../../audio/FU1L3_1_A2-01-Present-Simple.mp3" TargetMode="External"/><Relationship Id="rId4" Type="http://schemas.openxmlformats.org/officeDocument/2006/relationships/hyperlink" Target="https://elllo.org/book/A1/A1-20-Adverbs-Frequency.html" TargetMode="External"/><Relationship Id="rId5" Type="http://schemas.openxmlformats.org/officeDocument/2006/relationships/hyperlink" Target="https://elllo.org/book/A2/A2-01-Present-Simple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7  ·  PERIOD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LOOKING BACK &amp;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Unit 1 review and the Hobby Fair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recall and use all the key vocabulary of Unit 1 in a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the present simple, adverbs of frequency and verbs of liking + V-ing accurately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six typical mistakes of the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work in a group to make and present a Hobby Fair poster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Noughts and crosses  (6')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Draw a 3×3 grid with nine hobby words. Two teams. To win a square, the team must make a correct sentence with the word and a verb of liking.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Make correct sentences to win squares.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/praʊd/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tự hào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am proud of our poster.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/prɪˈzent/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trình bày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Each group presents its poster.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audience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/ˈɔːdiəns/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khán giả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Look at the audience when you speak.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Let me introduce…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This is our poster about…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Thank you for listening.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Any questions?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Unit 1 grammar in one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simple for habits and hobbies (+ -s for he/she/it).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Adverbs of frequency before the main verb, after 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like / love / enjoy / don't mind / hate + V-ing.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because + reason / so +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Common mistake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he/she/it + verb + 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collects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*She collect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adverb + main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often go cycling.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 go cycling often.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 + adverb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 is never late.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*He never is late.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verb of liking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They enjoy playing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*They enjoy play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because / so (choose one)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It's cheap, so I like it.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*Because it's cheap so I like it.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father loves gardening and he usually does it before breakfast because it is cool in the morning.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Run the 'error clinic' (U1.7-G2) every time – these five errors will come back in Unit 2 if you do not name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My father loves gardening and he usually does it before breakfast because it is cool in the morning.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Unit 1 sounds review: /ə/, /ɜː/, -ing, final -s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Four quick checks: is the weak sound short? is /ɜː/ long? can I hear the -ing? can I hear the -s?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teacher – bird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swimming – singing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likes – plays – watches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BIRD-watching (stress on the first part)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teacher likes bird-watching and she often goes on Saturday.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enjoys swimming, but his brother prefers running.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Looking Back — listen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No new recording. You hear this unit’s own recordings again: Adverbs of frequency · The present simple.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142C4F"/>
                </a:solidFill>
                <a:hlinkClick r:id="rId2"/>
              </a:rPr>
              <a:t>▶ U1L2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5248656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142C4F"/>
                </a:solidFill>
                <a:hlinkClick r:id="rId3"/>
              </a:rPr>
              <a:t>▶ U1L3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24728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0E7C66"/>
                </a:solidFill>
                <a:hlinkClick r:id="rId4"/>
              </a:rPr>
              <a:t>🌐 U1L2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5824728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0E7C66"/>
                </a:solidFill>
                <a:hlinkClick r:id="rId5"/>
              </a:rPr>
              <a:t>🌐 U1L3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Recycled — this unit’s own verified recordings · replayed extracts · As in the original recordings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Hobby Fair – Class 7A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Last Friday, class 7A had a Hobby Fair. Each group made a poster and presented it to the class. Group 1 talked about quiet hobbies: reading, drawing and collecting stamps. Group 2 chose active hobbies: cycling, football and skateboarding. Group 3 presented useful hobbies such as cooking, gardening and making models. The winner was Group 4. Their poster was about unusual hobbies in Viet Nam, and one member brought a real carved eggshell to show the class. Everybody was surprised. 'The best thing,' said the teacher, 'was that all forty students spoke English for two whole periods.'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many groups presented?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group talked about active hobbies?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did Group 4 win?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did the teacher like most?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 _ _ _ e c t i n g s t a m p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b _ r d - w a t c h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p _ t t e r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p h _ t o g r a p h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 _ u n t a i n c l i m b i n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a r r _ n g i n g f l o w e r 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sister collect coins.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go often cycling at the weekend.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He never is late for the club.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enjoy play board games.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Because it is cheap so everybody likes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I very like photography.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text with the correct form of the verbs.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six verb forms.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your Hobby Fair poster in your group and prepare the 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Steps: interview → pictures → two sentences per hobby → title → practise.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Present your group's poster. Each member speaks for 30 seconds about one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Start: 'Good morning. This is our poster about…'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Middle: 'Nam's hobby is… He does it… He likes it because…'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End: 'Thank you for listening. Any questions?'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Presenting to an 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Good morning, everyone.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This is our poster about…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First / Next / Finally…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As you can see…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for listening.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Any 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 presentation to the class; the audience must ask at least two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two sentences under each picture on your poster.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Sentence 1: what the hobby is and how often.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Sentence 2: why the person likes it (use because).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Unit 1 vocabulary: 22 items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+ -s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Adverbs of frequency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Verbs of liking + V-ing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1383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because / so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revision — Write 10 hobby words from Unit 1 with their Vietnamese meanings.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revision — Choose the correct answer.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paragraph (70–80 words) with the title 'The best hobby for a student'. Give two reasons.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Prepare for Unit 2 — Look at the Unit 2 pictures. Write five words in Vietnamese that you think you will need for the topic 'Healthy living'.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U1L7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