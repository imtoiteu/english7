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5  ·  PERIOD 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Unusual hobbies + Speaking: My hobby talk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180-word text about unusual hobbies for gist and for detail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four new words from the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1-minute talk about a hobby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classmate's talk and ask one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Hot seat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student sits facing the class with a hobby word behind them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class describes it in English; the student guesses. Three rounds.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 recycle Units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unusual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/ʌnˈjuːʒuəl/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thường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Collecting bottle caps is unusual.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collection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/kəˈlekʃn/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bộ sưu tập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His collection has 300 cards.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patient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/ˈpeɪʃnt/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kiên nhẫn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must be patient to watch birds.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Cooking is a useful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Reading is a cheap hobby.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can be expensive.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interested in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time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(me) two hours to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good thing about … is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Giving reasons with 'because' and 'so' (review and 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BECAUSE + reason: I love it because it is relaxing.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SO + result: It is relaxing, so I love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a talk, always give a reason – it makes your English sound much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graphicFrame>
        <p:nvGraphicFramePr>
          <p:cNvPr id="8" name="Table 7"/>
          <p:cNvGraphicFramePr>
            <a:graphicFrameLocks noGrp="1"/>
          </p:cNvGraphicFramePr>
          <p:nvPr/>
        </p:nvGraphicFramePr>
        <p:xfrm>
          <a:off x="548640" y="1463040"/>
          <a:ext cx="11064240" cy="1700784"/>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Pattern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I like gardening because it is quiet.</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Gardening is quiet, so I like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collect stamps because I want to learn about other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Photography is expensive, so I don't do it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uses 'vì… nên…' in ONE sentence, so students write *Because it is cheap so I like it.* In English you use because OR so, never both.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collect stamps because I want to learn about other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and chunking in a talk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Do not read word by word. Break the sentence into small groups and pause (/) between them: My hobby is gardening. / I do it every evening / with my grandmother.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My hobby is / collecting stamps.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started / two years ago.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like it / because / it is cheap and interesting.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bird-watching. / I do it at the weekend / with my father. / I love it / because it is relaxing.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17: Are You Free on Friday?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making plans with a friend for the weekend. American English — VOA’s professional actors (Anna, Pete, Marsha, Ms. Weaver…), slowed learner delivery. It lasts 2:32.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2:32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making plans with a friend for the weekend B. how one person travels in the city C. how much and how many of things people have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looks like we’ll never have time to see a movie.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19: Where Are You From?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world does need more ukulele players.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21: She Always Does That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am busy on Monday night.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Are you _____ this Thursday at 6pm?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Are you _____ on Friday 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Quiz - Lesson 17: Are You _____ on Friday?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17: Are You _____ on Friday?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unusual hobbies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hobby is interesting for the person who does it – but some hobbies are really unusual. Tran Van Hung, 14, from Hai Phong, collects bus tickets. He has more than 900 tickets from 38 cities. 'People throw them away, but for me every ticket is a small story,' he says. His hobby is cheap, but he needs to be very patient and very organised. In Da Nang, Le Minh Anh, 13, carves fruit. She learned from her mother, who is a cook. She can turn a carrot into a rose in fifteen minutes. Her hobby is useful, because her family always has beautiful food on the table at Tet. And in Hanoi, Nguyen Duc Nam, 15, builds cities. Not real ones – he builds them from small plastic bricks. One city takes him about six months and costs a lot of money, so he saves his pocket money all year. 'It's expensive,' he says, 'but when I finish, I feel really proud.'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(60 seconds)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Hobbies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teenagers, three unusual hobbies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collect bus tickets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City | Hobby | One word about the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Hung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Minh Anh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Duc Nam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able to wait without getting angry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keeping things tidy and in order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helpful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happy about something you did well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 using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Hung say every ticket is 'a small story'?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Duc Nam save his pocket money all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hobbies would you choose?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love gardening ______ it is relaxing.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Photography is expensive, ______ I don't buy a new camera.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is very patient, ______ he is good at bird-watching.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carves fruit ______ her mother taught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Bus tickets are free, ______ his hobby is cheap.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like reading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like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cooking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drawing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because it keeps me fit.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because I can eat my own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because I learn new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 can show my ideas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ONE of the three teenagers. Your partner checks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city, hobby, one interesting fact.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1-minute talk (U1.5-S2) and answer one question.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Give your 1-minute talk (U1.5-S2) and answer one question.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(NOT full sentences) for the four parts.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my hobby?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did I start / who showed me?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often / how do I do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I like it? (2 reasons)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one minute in a group of four. The listeners must ask ONE question each at the 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'My hobby is…', 'I started…', 'I do it… times a week', 'I love it because…', 'Thank you for listening.'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while someone is 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Wow!</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do you do it?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the listeners must react with one expression and ask one question. A silent listener loses a point for the group.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four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Note: 'bracelets / 1 year ago / 2–3 times a week / cheap + presents'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skills: read for gist first, then for detail</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for reasons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four-part plan for a short talk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write T or F.</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two sentences with because or so.</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1-minute talk as a paragraph (5–6 sentences).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talk three times at home. Mark the pauses (/) on your paper first.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