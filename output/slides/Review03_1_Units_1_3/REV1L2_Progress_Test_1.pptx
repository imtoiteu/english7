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1L2_1_7202578e-98dd-4e93-8a9b-166c72f520ea_hq.mp3"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2  ·  PERIOD 25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PROGRESS TEST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Progress Test 1 (Units 1–3) — 45 minutes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in listening, language, reading and writing</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their result and set one goal for Units 4–6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phones away, one pen and one pencil. Write the four parts and the timing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Say: 'Part 4 writing is 2.5 marks — do NOT leave it until the last two minutes.'</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 the desk and read the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Test format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marks) – 5 questions, the recording is played twice.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2 Language focus (3 marks) – vocabulary, grammar and pronunciation.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3 Reading (2.5 marks) – one text, 5 questions.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4 Writing (2.5 marks) – one paragraph, 80–100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 every instruction twice before you write.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lose marks by leaving writing until the last two minutes. Write the timing on the board and announce the halfway point.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Read every instruction twice before you write.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Speaking assessment criteria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Fluency (2.5): keep going, don't stop. Pronunciation (2.5): endings, stress, /f/ /v/, -ed. Accuracy (2): correct tense. Task (3): answer the question fully.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 — silence scores zero.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 likeS, cleanED, booK.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'because' at least once.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hobby is… I started… I do it… I like it because…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24: Yesterday Was Amazing!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somebody did yesterday. American English — VOA’s professional actors (Anna, Pete, Marsha, Ms. Weaver…), slowed learner delivery. It lasts 2:38.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2:38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saying that two things are the same B. what somebody did yesterday C. asking to borrow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Terms of Use and Privacy Notice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4</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4 - Lesson 24: Yesterday Was Amazing!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want to write my friends and tell them about my 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whole day was a lot of fun!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Yesterday _____ the most amazing 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see something new every day -- like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 started like a usual work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Anna's voice: It _____ a festival -- a big festival!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Progress Test 1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Saturday Kitchen Every Saturday morning, twelve students from a school in Hai Phong meet at seven o'clock in a small kitchen behind the market. By nine they have cooked 200 meals. The project started in 2022 with four students and one big pot. They wanted to help the people who sleep near the station. At first, some parents were worried and said the students were too young. Then a local restaurant offered free rice every week, and everything changed. Today the group cooks every Saturday, and two mothers come to help. The students do the shopping on Friday afternoon, wash the vegetables, cook, and carry the food to the station in three baskets. 'The hardest thing is not the cooking,' says Anh, 14. 'It is getting up at six on a Saturday. But when you see somebody eat a hot meal, you forget that you are sleepy.'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 the students meet, and how many meals do they cook?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and how did the project start?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did some parents worry at first?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did the local restaurant do?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According to Anh, what is the hardest thing? Why does she forget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h______ is collecting stamps.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Chips and sweets are j______ food.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 a bad h______ and I can't concentrate.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Please don't drop l______ in the park.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v______ works without money.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sister (collect / collects) coins.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enjoy (play / playing) board games.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(should / should to) drink more water.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eats too (much / many) sweets.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Last Sunday we (go / went) to the beach.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(didn't finish / didn't finished) her homework.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helped / washed / cleaned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visited / painted / worked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likes / plays / opens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fan / van / five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a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hobby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health habits and what I should change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day when I helped someone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Test-taking strategies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start again?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 for a second.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80–100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paragraph about your hobby.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An email of advice to a friend who never does exercise.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diary entry about a day when your class helped other people.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Units 1–3 only.</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in the next lesson with one personal goal per student.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Write your test result and ONE goal for Units 4–6.</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Correction — Correct all your test mistakes in your notebook. For each mistake write the rule.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4 — Write five kinds of music or art you know, in English or Vietnamese.</a:t>
            </a:r>
          </a:p>
        </p:txBody>
      </p:sp>
      <p:sp>
        <p:nvSpPr>
          <p:cNvPr id="17" name="TextBox 16"/>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REV1L2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